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e463f664644485" /><Relationship Type="http://schemas.openxmlformats.org/officeDocument/2006/relationships/extended-properties" Target="/docProps/app.xml" Id="Rd189d2ef7aca4f27" /><Relationship Type="http://schemas.openxmlformats.org/officeDocument/2006/relationships/officeDocument" Target="/ppt/presentation.xml" Id="Rc7e3c429fbd74f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52031b41d9477f"/>
  </p:sldMasterIdLst>
  <p:notesMasterIdLst>
    <p:notesMasterId xmlns:r="http://schemas.openxmlformats.org/officeDocument/2006/relationships" r:id="R200796f1a6564fba"/>
  </p:notesMasterIdLst>
  <p:sldIdLst>
    <p:sldId xmlns:r="http://schemas.openxmlformats.org/officeDocument/2006/relationships" id="256" r:id="Rfaa49ee9ae244754"/>
    <p:sldId xmlns:r="http://schemas.openxmlformats.org/officeDocument/2006/relationships" id="257" r:id="Rec54228eacc04c8c"/>
    <p:sldId xmlns:r="http://schemas.openxmlformats.org/officeDocument/2006/relationships" id="258" r:id="Re6402bd12ab24a96"/>
    <p:sldId xmlns:r="http://schemas.openxmlformats.org/officeDocument/2006/relationships" id="259" r:id="R8b8283b56d584254"/>
    <p:sldId xmlns:r="http://schemas.openxmlformats.org/officeDocument/2006/relationships" id="260" r:id="R582e18b786e64000"/>
    <p:sldId xmlns:r="http://schemas.openxmlformats.org/officeDocument/2006/relationships" id="261" r:id="R4a990d122c544919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0C476F3E-2B2C-D02E-A927-755D46376812}" name="Elicia Ferrer" initials="EF" userId="ac7d01b8666ae590" providerId="Windows Live"/>
  <p188:author id="{BEF8CA72-6AE8-8AD8-5B9A-8F576BAC3FD5}" name="Janiga, Jaimee" initials="JJ" userId="S::7nj@ornl.gov::c06abe94-9752-4f8c-96a2-49efdf1f6368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531afae3cc43d6" /><Relationship Type="http://schemas.openxmlformats.org/officeDocument/2006/relationships/slideMaster" Target="/ppt/slideMasters/slideMaster1.xml" Id="R8552031b41d9477f" /><Relationship Type="http://schemas.openxmlformats.org/officeDocument/2006/relationships/notesMaster" Target="/ppt/notesMasters/notesMaster1.xml" Id="R200796f1a6564fba" /><Relationship Type="http://schemas.openxmlformats.org/officeDocument/2006/relationships/presProps" Target="/ppt/presProps.xml" Id="Rf76ede79c2af4bc7" /><Relationship Type="http://schemas.openxmlformats.org/officeDocument/2006/relationships/viewProps" Target="/ppt/viewProps.xml" Id="R045058d98d1a477e" /><Relationship Type="http://schemas.openxmlformats.org/officeDocument/2006/relationships/tableStyles" Target="/ppt/tableStyles.xml" Id="R554f4e1d17944893" /><Relationship Type="http://schemas.microsoft.com/office/2018/10/relationships/authors" Target="/ppt/authors.xml" Id="R92d1ad0c9bc34016" /><Relationship Type="http://schemas.openxmlformats.org/officeDocument/2006/relationships/slide" Target="/ppt/slides/slide1.xml" Id="Rfaa49ee9ae244754" /><Relationship Type="http://schemas.openxmlformats.org/officeDocument/2006/relationships/slide" Target="/ppt/slides/slide2.xml" Id="Rec54228eacc04c8c" /><Relationship Type="http://schemas.openxmlformats.org/officeDocument/2006/relationships/slide" Target="/ppt/slides/slide3.xml" Id="Re6402bd12ab24a96" /><Relationship Type="http://schemas.openxmlformats.org/officeDocument/2006/relationships/slide" Target="/ppt/slides/slide4.xml" Id="R8b8283b56d584254" /><Relationship Type="http://schemas.openxmlformats.org/officeDocument/2006/relationships/slide" Target="/ppt/slides/slide5.xml" Id="R582e18b786e64000" /><Relationship Type="http://schemas.openxmlformats.org/officeDocument/2006/relationships/slide" Target="/ppt/slides/slide6.xml" Id="R4a990d122c5449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bf74789905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RNL Presentation">
  <a:themeElements>
    <a:clrScheme name="ORNL Color TEST">
      <a:dk1>
        <a:srgbClr val="373A36"/>
      </a:dk1>
      <a:lt1>
        <a:srgbClr val="FFFFFF"/>
      </a:lt1>
      <a:dk2>
        <a:srgbClr val="00662C"/>
      </a:dk2>
      <a:lt2>
        <a:srgbClr val="DBDCDB"/>
      </a:lt2>
      <a:accent1>
        <a:srgbClr val="00454D"/>
      </a:accent1>
      <a:accent2>
        <a:srgbClr val="006BA6"/>
      </a:accent2>
      <a:accent3>
        <a:srgbClr val="00B38F"/>
      </a:accent3>
      <a:accent4>
        <a:srgbClr val="7DBA00"/>
      </a:accent4>
      <a:accent5>
        <a:srgbClr val="FF9E1B"/>
      </a:accent5>
      <a:accent6>
        <a:srgbClr val="B50093"/>
      </a:accent6>
      <a:hlink>
        <a:srgbClr val="00BDB5"/>
      </a:hlink>
      <a:folHlink>
        <a:srgbClr val="00662C"/>
      </a:folHlink>
    </a:clrScheme>
    <a:fontScheme name="aptos only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RNL Color TES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60108e065a4e59" /><Relationship Type="http://schemas.openxmlformats.org/officeDocument/2006/relationships/notesMaster" Target="/ppt/notesMasters/notesMaster1.xml" Id="R856b848ac413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d23b8a705c4515" /><Relationship Type="http://schemas.openxmlformats.org/officeDocument/2006/relationships/notesMaster" Target="/ppt/notesMasters/notesMaster1.xml" Id="R1b31fff16cd847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f348919d184d9b" /><Relationship Type="http://schemas.openxmlformats.org/officeDocument/2006/relationships/notesMaster" Target="/ppt/notesMasters/notesMaster1.xml" Id="Rb595949835fe42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6e1b4b8982418d" /><Relationship Type="http://schemas.openxmlformats.org/officeDocument/2006/relationships/notesMaster" Target="/ppt/notesMasters/notesMaster1.xml" Id="R869e02df159f42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f0ae4ddf7f4db3" /><Relationship Type="http://schemas.openxmlformats.org/officeDocument/2006/relationships/notesMaster" Target="/ppt/notesMasters/notesMaster1.xml" Id="Rfc2d29bd84114d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4c766d2ae243ad" /><Relationship Type="http://schemas.openxmlformats.org/officeDocument/2006/relationships/notesMaster" Target="/ppt/notesMasters/notesMaster1.xml" Id="Rf5b64a2e98b747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plugin as a collaboration step. The displayed image is an unedited beta.5 output and still requires science and design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App Library resource page, accessed 2026-09-11: https://adammalin.github.io/Team-App-Library/resources/ercp-proposal-figures/</a:t>
            </a:r>
          </a:p>
          <a:p xmlns:a="http://schemas.openxmlformats.org/drawingml/2006/main">
            <a:r>
              <a:t>- ERCP beta.5 qualification report: /Users/ia2/Documents/ERCP Proposal &amp; Roadmap Figure GPT/agent-plugin/qualification/2026-09-10-beta4-beta5-ab-consistency/QUALIFICATION-REPORT.md</a:t>
            </a:r>
          </a:p>
          <a:p xmlns:a="http://schemas.openxmlformats.org/drawingml/2006/main">
            <a:r>
              <a:t>- Displayed image: /Users/ia2/Documents/Coding Projects/team-app-library/public/assets/screenshots/ercp-proposal-figures-1.2.0-beta.5-preview.png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claim is qualitative: the tool creates a concrete hypothesis for review. It does not claim measured time or cost savings.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App Library review and handoff guidance: https://adammalin.github.io/Team-App-Library/resources/ercp-proposal-figures/</a:t>
            </a:r>
          </a:p>
          <a:p xmlns:a="http://schemas.openxmlformats.org/drawingml/2006/main">
            <a:r>
              <a:t>- ERCP beta.5 skill product boundary and workflow: /Users/ia2/Documents/ERCP Proposal &amp; Roadmap Figure GPT/agent-plugin/version-history/ercp-proposal-figures/1.2.0-beta.5/plugin-source/skills/create-ercp-proposal-figures/SKILL.md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directory route reduces setup friction. Keep the verified package available for users whose account, workspace, or network cannot use the directory listing.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DOE Proposal Figure 1 plugin listing: https://chatgpt.com/plugins/Plugin_a3d052654ad88191873ab54059f268a4?open_in_app</a:t>
            </a:r>
          </a:p>
          <a:p xmlns:a="http://schemas.openxmlformats.org/drawingml/2006/main">
            <a:r>
              <a:t>- Official OpenAI plugin installation and invocation guidance: https://learn.chatgpt.com/docs/plugins</a:t>
            </a:r>
          </a:p>
          <a:p xmlns:a="http://schemas.openxmlformats.org/drawingml/2006/main">
            <a:r>
              <a:t>- Verified manual fallback and Figure 1 use prompt: https://adammalin.github.io/Team-App-Library/resources/ercp-proposal-figures/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critical control is that the funding logic is frozen and verified before image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ERCP beta.5 skill workflow, sections 3-12: /Users/ia2/Documents/ERCP Proposal &amp; Roadmap Figure GPT/agent-plugin/version-history/ercp-proposal-figures/1.2.0-beta.5/plugin-source/skills/create-ercp-proposal-figures/SKILL.md</a:t>
            </a:r>
          </a:p>
          <a:p xmlns:a="http://schemas.openxmlformats.org/drawingml/2006/main">
            <a:r>
              <a:t>- Team App Library workflow summary: https://adammalin.github.io/Team-App-Library/resources/ercp-proposal-figures/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ownership. The plugin owns a controlled concept-generation workflow; it does not own final scientific approval or design production.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ERCP beta.5 skill product boundary and finalization: /Users/ia2/Documents/ERCP Proposal &amp; Roadmap Figure GPT/agent-plugin/version-history/ercp-proposal-figures/1.2.0-beta.5/plugin-source/skills/create-ercp-proposal-figures/SKILL.md</a:t>
            </a:r>
          </a:p>
          <a:p xmlns:a="http://schemas.openxmlformats.org/drawingml/2006/main">
            <a:r>
              <a:t>- Team App Library review and handoff guidance: https://adammalin.github.io/Team-App-Library/resources/ercp-proposal-figures/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division of labor: the plugin accelerates alignment, while the designer and proposal review process remain responsible for the final figure.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App Library review, limits, and handoff guidance: https://adammalin.github.io/Team-App-Library/resources/ercp-proposal-figures/</a:t>
            </a:r>
          </a:p>
          <a:p xmlns:a="http://schemas.openxmlformats.org/drawingml/2006/main">
            <a:r>
              <a:t>- ERCP beta.5 skill final-delivery boundary: /Users/ia2/Documents/ERCP Proposal &amp; Roadmap Figure GPT/agent-plugin/version-history/ercp-proposal-figures/1.2.0-beta.5/plugin-source/skills/create-ercp-proposal-figures/SKILL.md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a9890e0724d76" /><Relationship Type="http://schemas.openxmlformats.org/officeDocument/2006/relationships/image" Target="/ppt/media/image.jpeg" Id="R7e4d6396f3524993" /><Relationship Type="http://schemas.openxmlformats.org/officeDocument/2006/relationships/image" Target="/ppt/media/image.png" Id="R102c5b8cb65644e8" /><Relationship Type="http://schemas.openxmlformats.org/officeDocument/2006/relationships/image" Target="/ppt/media/image.svg" Id="Rb7506a39f9164766" /><Relationship Type="http://schemas.openxmlformats.org/officeDocument/2006/relationships/image" Target="/ppt/media/image2.png" Id="R2890debc886747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45587174349c4" /><Relationship Type="http://schemas.openxmlformats.org/officeDocument/2006/relationships/image" Target="/ppt/media/image.png" Id="R9462409278544ff2" /><Relationship Type="http://schemas.openxmlformats.org/officeDocument/2006/relationships/image" Target="/ppt/media/image.svg" Id="R3b3593169ca4430b" /><Relationship Type="http://schemas.openxmlformats.org/officeDocument/2006/relationships/image" Target="/ppt/media/image2.png" Id="R49537e2771384c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13a03120d41c8" /><Relationship Type="http://schemas.openxmlformats.org/officeDocument/2006/relationships/image" Target="/ppt/media/image2.jpeg" Id="R300a0b06615b4d4d" /><Relationship Type="http://schemas.openxmlformats.org/officeDocument/2006/relationships/image" Target="/ppt/media/image3.png" Id="R11479a2a07bb4db6" /><Relationship Type="http://schemas.openxmlformats.org/officeDocument/2006/relationships/image" Target="/ppt/media/image2.svg" Id="Re6a5a2f8f5d14149" /><Relationship Type="http://schemas.openxmlformats.org/officeDocument/2006/relationships/image" Target="/ppt/media/image4.png" Id="R4b2b0adaf2354d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d4f5dea37d4a90" /><Relationship Type="http://schemas.openxmlformats.org/officeDocument/2006/relationships/image" Target="/ppt/media/image5.png" Id="R323d86cbde9645bb" /><Relationship Type="http://schemas.openxmlformats.org/officeDocument/2006/relationships/image" Target="/ppt/media/image3.png" Id="Rb80d99ab27e647ef" /><Relationship Type="http://schemas.openxmlformats.org/officeDocument/2006/relationships/image" Target="/ppt/media/image2.svg" Id="R6da36c923780478f" /><Relationship Type="http://schemas.openxmlformats.org/officeDocument/2006/relationships/image" Target="/ppt/media/image4.png" Id="R5ae842cd4f494f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74371ec6145c1" /><Relationship Type="http://schemas.openxmlformats.org/officeDocument/2006/relationships/image" Target="/ppt/media/image6.png" Id="Rdcb8753118e744d7" /><Relationship Type="http://schemas.openxmlformats.org/officeDocument/2006/relationships/image" Target="/ppt/media/image3.png" Id="Re58c0ecc21d54b8e" /><Relationship Type="http://schemas.openxmlformats.org/officeDocument/2006/relationships/image" Target="/ppt/media/image2.svg" Id="Ra252c9c46ed443c0" /><Relationship Type="http://schemas.openxmlformats.org/officeDocument/2006/relationships/image" Target="/ppt/media/image4.png" Id="Rcde46da527b74b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69b6a985742c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98170c84f44fe" /><Relationship Type="http://schemas.openxmlformats.org/officeDocument/2006/relationships/image" Target="/ppt/media/image.png" Id="R900403ed18bf4630" /><Relationship Type="http://schemas.openxmlformats.org/officeDocument/2006/relationships/image" Target="/ppt/media/image.svg" Id="R034e6d1c9ad646f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e2f7296a54b6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3c8793d09476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fa0e5ede648a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994def1f174d5e" /><Relationship Type="http://schemas.openxmlformats.org/officeDocument/2006/relationships/image" Target="/ppt/media/image3.png" Id="R3bf2eca664ec4ea2" /><Relationship Type="http://schemas.openxmlformats.org/officeDocument/2006/relationships/image" Target="/ppt/media/image2.svg" Id="R9676c1c7efab4a6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2223fac7d494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540f007bf4ee2" /><Relationship Type="http://schemas.openxmlformats.org/officeDocument/2006/relationships/image" Target="/ppt/media/image3.png" Id="R5f7754eeb5be4b7c" /><Relationship Type="http://schemas.openxmlformats.org/officeDocument/2006/relationships/image" Target="/ppt/media/image2.svg" Id="R3e346255cf6c492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56333c9e546b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b12c8d63944e7" /><Relationship Type="http://schemas.openxmlformats.org/officeDocument/2006/relationships/image" Target="/ppt/media/image3.png" Id="R10c9b5104bf64be7" /><Relationship Type="http://schemas.openxmlformats.org/officeDocument/2006/relationships/image" Target="/ppt/media/image2.svg" Id="Rceccf974c1b94da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2f0001f04442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241e3b071454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cde3a68024cf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736fa14894fa1" /><Relationship Type="http://schemas.openxmlformats.org/officeDocument/2006/relationships/image" Target="/ppt/media/image3.png" Id="R4718d893780e40e6" /><Relationship Type="http://schemas.openxmlformats.org/officeDocument/2006/relationships/image" Target="/ppt/media/image2.svg" Id="Rfcdf4db40c03495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af298eaef4bcb" /><Relationship Type="http://schemas.openxmlformats.org/officeDocument/2006/relationships/image" Target="/ppt/media/image6.png" Id="R4e151f285ccb45bf" /><Relationship Type="http://schemas.openxmlformats.org/officeDocument/2006/relationships/image" Target="/ppt/media/image3.png" Id="R25ddc48ffe01415f" /><Relationship Type="http://schemas.openxmlformats.org/officeDocument/2006/relationships/image" Target="/ppt/media/image2.svg" Id="Re0bb765b258e456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b07073e534b98" /><Relationship Type="http://schemas.openxmlformats.org/officeDocument/2006/relationships/image" Target="/ppt/media/image3.png" Id="Rda3e5bc3052f4c71" /><Relationship Type="http://schemas.openxmlformats.org/officeDocument/2006/relationships/image" Target="/ppt/media/image2.svg" Id="R48f076e01dce480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e0d91b37b465a" /><Relationship Type="http://schemas.openxmlformats.org/officeDocument/2006/relationships/image" Target="/ppt/media/image3.png" Id="R719b12a926b540ad" /><Relationship Type="http://schemas.openxmlformats.org/officeDocument/2006/relationships/image" Target="/ppt/media/image2.svg" Id="Rdad9994cb902423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46d2c50ca49e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b8239472a403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fde7e5a17408c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8048a879b42a4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d2836cdd648fa" /><Relationship Type="http://schemas.openxmlformats.org/officeDocument/2006/relationships/image" Target="/ppt/media/image7.png" Id="R9e92caa6e17d4bd5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73535e03c4a13" /><Relationship Type="http://schemas.openxmlformats.org/officeDocument/2006/relationships/image" Target="/ppt/media/image6.png" Id="R49cd6dea82a34294" /><Relationship Type="http://schemas.openxmlformats.org/officeDocument/2006/relationships/image" Target="/ppt/media/image3.png" Id="R722e647718434b74" /><Relationship Type="http://schemas.openxmlformats.org/officeDocument/2006/relationships/image" Target="/ppt/media/image2.svg" Id="R7d5341ef1e514c77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850a0f3754aa5" /><Relationship Type="http://schemas.openxmlformats.org/officeDocument/2006/relationships/image" Target="/ppt/media/image3.jpeg" Id="R520ebaff86614f78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bfdfebc684de0" /><Relationship Type="http://schemas.openxmlformats.org/officeDocument/2006/relationships/image" Target="/ppt/media/image6.png" Id="Re07e343833a04e3f" /><Relationship Type="http://schemas.openxmlformats.org/officeDocument/2006/relationships/image" Target="/ppt/media/image3.png" Id="Rf4224073a2e04bac" /><Relationship Type="http://schemas.openxmlformats.org/officeDocument/2006/relationships/image" Target="/ppt/media/image2.svg" Id="R086c0abcabd049aa" /><Relationship Type="http://schemas.openxmlformats.org/officeDocument/2006/relationships/image" Target="/ppt/media/image4.png" Id="Rd55adcab7be749e4" /></Relationships>
</file>

<file path=ppt/slideLayouts/slideLayout1.xml><?xml version="1.0" encoding="utf-8"?>
<p:sldLayout xmlns:p="http://schemas.openxmlformats.org/presentationml/2006/main" preserve="1" userDrawn="1">
  <p:cSld name="Title | Standar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9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d6396f352499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A49EAE8-262C-D20D-80FF-4279961B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15" y="843778"/>
            <a:ext cx="5199385" cy="51993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989" name="Title 1">
            <a:extLst xmlns:a="http://schemas.openxmlformats.org/drawingml/2006/main">
              <a:ext uri="{FF2B5EF4-FFF2-40B4-BE49-F238E27FC236}">
                <a16:creationId xmlns:a16="http://schemas.microsoft.com/office/drawing/2014/main" id="{4E63AC8A-1BE4-CC0D-A87D-57B11478230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215450" y="2254309"/>
            <a:ext cx="4517136" cy="997196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algn="l">
              <a:spcBef>
                <a:spcPts val="1200"/>
              </a:spcBef>
              <a:spcAft>
                <a:spcPts val="6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Presentation Title (Text size no larger than 36pt)</a:t>
            </a:r>
          </a:p>
        </p:txBody>
      </p:sp>
      <p:sp>
        <p:nvSpPr>
          <p:cNvPr id="1990" name="Subtitle 2">
            <a:extLst xmlns:a="http://schemas.openxmlformats.org/drawingml/2006/main">
              <a:ext uri="{FF2B5EF4-FFF2-40B4-BE49-F238E27FC236}">
                <a16:creationId xmlns:a16="http://schemas.microsoft.com/office/drawing/2014/main" id="{2FDEC7A3-8D58-3E27-DFCC-68F1F758C82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215450" y="4031052"/>
            <a:ext cx="4517136" cy="1938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PRESENTED BY</a:t>
            </a:r>
          </a:p>
        </p:txBody>
      </p:sp>
      <p:sp>
        <p:nvSpPr>
          <p:cNvPr id="1991" name="Text Placeholder 1961">
            <a:extLst xmlns:a="http://schemas.openxmlformats.org/drawingml/2006/main">
              <a:ext uri="{FF2B5EF4-FFF2-40B4-BE49-F238E27FC236}">
                <a16:creationId xmlns:a16="http://schemas.microsoft.com/office/drawing/2014/main" id="{F290C317-5693-2190-DC6C-B1FBB50E65B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215450" y="1934670"/>
            <a:ext cx="4517136" cy="1938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MONTH XX, XXXX | LOCATION</a:t>
            </a:r>
          </a:p>
        </p:txBody>
      </p:sp>
      <p:sp>
        <p:nvSpPr>
          <p:cNvPr id="1992" name="Text Placeholder 1963">
            <a:extLst xmlns:a="http://schemas.openxmlformats.org/drawingml/2006/main">
              <a:ext uri="{FF2B5EF4-FFF2-40B4-BE49-F238E27FC236}">
                <a16:creationId xmlns:a16="http://schemas.microsoft.com/office/drawing/2014/main" id="{69307D98-0D2A-6367-B886-8BC3DE78A92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215450" y="4383195"/>
            <a:ext cx="4517136" cy="3323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1993" name="Rectangle 1992">
            <a:extLst xmlns:a="http://schemas.openxmlformats.org/drawingml/2006/main">
              <a:ext uri="{FF2B5EF4-FFF2-40B4-BE49-F238E27FC236}">
                <a16:creationId xmlns:a16="http://schemas.microsoft.com/office/drawing/2014/main" id="{75F67FD0-9510-D988-3837-38FD99E6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50" y="3780792"/>
            <a:ext cx="854364" cy="719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274748"/>
              </a:solidFill>
              <a:latin typeface="Aptos Light"/>
              <a:ea typeface="Aptos Light"/>
              <a:cs typeface="Aptos Light"/>
            </a:endParaRPr>
          </a:p>
        </p:txBody>
      </p:sp>
      <p:sp>
        <p:nvSpPr>
          <p:cNvPr id="1994" name="Text Placeholder 47">
            <a:extLst xmlns:a="http://schemas.openxmlformats.org/drawingml/2006/main">
              <a:ext uri="{FF2B5EF4-FFF2-40B4-BE49-F238E27FC236}">
                <a16:creationId xmlns:a16="http://schemas.microsoft.com/office/drawing/2014/main" id="{CE691B96-E32E-F7AA-D0A1-ACAFF2C96FA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215450" y="4798918"/>
            <a:ext cx="4517136" cy="246221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5pPr>
          </a:lstStyle>
          <a:p xmlns:a="http://schemas.openxmlformats.org/drawingml/2006/main">
            <a:pPr lvl="0">
              <a:buNone/>
            </a:pPr>
            <a:r>
              <a:t>Presenter Affiliation</a:t>
            </a:r>
          </a:p>
        </p:txBody>
      </p:sp>
      <p:pic>
        <p:nvPicPr>
          <p:cNvPr id="2006" name="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c5b8cb65644e8">
            <a:extLst>
              <a:ext uri="{96DAC541-7B7A-43D3-8B79-37D633B846F1}">
                <asvg:svgBlip xmlns:asvg="http://schemas.microsoft.com/office/drawing/2016/SVG/main" r:embed="Rb7506a39f916476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8108" y="1141396"/>
            <a:ext cx="1780479" cy="4280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8CD3442-F157-B130-4C8C-C1C6563C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88336" y="5344755"/>
            <a:ext cx="304798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0">
            <a:spAutoFit/>
          </a:bodyPr>
          <a:lstStyle xmlns:a="http://schemas.openxmlformats.org/drawingml/2006/main"/>
          <a:p xmlns:a="http://schemas.openxmlformats.org/drawingml/2006/main">
            <a:r>
              <a:rPr sz="9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ORNL IS MANAGED BY UT-BATTELLE LLC </a:t>
            </a:r>
            <a:br/>
            <a:r>
              <a:rPr sz="9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FOR THE US DEPARTMENT OF ENERGY</a:t>
            </a:r>
          </a:p>
        </p:txBody>
      </p:sp>
      <p:pic>
        <p:nvPicPr>
          <p:cNvPr id="200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0debc886747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77351" y="5301081"/>
            <a:ext cx="1526303" cy="43840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Title | Custom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25B3089-0A48-0AC4-08EB-C9D35463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3" y="6015038"/>
            <a:ext cx="6899620" cy="57592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26" name="Picture Placeholder 25">
            <a:extLst xmlns:a="http://schemas.openxmlformats.org/drawingml/2006/main">
              <a:ext uri="{FF2B5EF4-FFF2-40B4-BE49-F238E27FC236}">
                <a16:creationId xmlns:a16="http://schemas.microsoft.com/office/drawing/2014/main" id="{98CF54AA-7F0F-038A-AAAF-AD02F6AA5ACA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896615 w 12192000"/>
              <a:gd name="connsiteY0" fmla="*/ 829307 h 6858000"/>
              <a:gd name="connsiteX1" fmla="*/ 896615 w 12192000"/>
              <a:gd name="connsiteY1" fmla="*/ 6028692 h 6858000"/>
              <a:gd name="connsiteX2" fmla="*/ 6096000 w 12192000"/>
              <a:gd name="connsiteY2" fmla="*/ 6028692 h 6858000"/>
              <a:gd name="connsiteX3" fmla="*/ 6096000 w 12192000"/>
              <a:gd name="connsiteY3" fmla="*/ 829307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rect l="l" t="t" r="r" b="b"/>
            <a:pathLst>
              <a:path w="12192000" h="6858000">
                <a:moveTo>
                  <a:pt x="896615" y="829307"/>
                </a:moveTo>
                <a:lnTo>
                  <a:pt x="896615" y="6028692"/>
                </a:lnTo>
                <a:lnTo>
                  <a:pt x="6096000" y="6028692"/>
                </a:lnTo>
                <a:lnTo>
                  <a:pt x="6096000" y="829307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1" name="Title 1">
            <a:extLst xmlns:a="http://schemas.openxmlformats.org/drawingml/2006/main">
              <a:ext uri="{FF2B5EF4-FFF2-40B4-BE49-F238E27FC236}">
                <a16:creationId xmlns:a16="http://schemas.microsoft.com/office/drawing/2014/main" id="{2B6A4265-6FDC-7301-BD87-6CE0C2335A99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215450" y="2254309"/>
            <a:ext cx="4518085" cy="997196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algn="l">
              <a:spcBef>
                <a:spcPts val="1200"/>
              </a:spcBef>
              <a:spcAft>
                <a:spcPts val="6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Presentation Title (Text size no larger than 36pt)</a:t>
            </a:r>
          </a:p>
        </p:txBody>
      </p:sp>
      <p:sp>
        <p:nvSpPr>
          <p:cNvPr id="43" name="Text Placeholder 1961">
            <a:extLst xmlns:a="http://schemas.openxmlformats.org/drawingml/2006/main">
              <a:ext uri="{FF2B5EF4-FFF2-40B4-BE49-F238E27FC236}">
                <a16:creationId xmlns:a16="http://schemas.microsoft.com/office/drawing/2014/main" id="{1061D354-0A2B-B951-F1BE-22D610DF35A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215450" y="1934670"/>
            <a:ext cx="4518085" cy="1938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MONTH XX, XXXX | LOCATION</a:t>
            </a:r>
          </a:p>
        </p:txBody>
      </p:sp>
      <p:pic>
        <p:nvPicPr>
          <p:cNvPr id="50" name="Graphic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2409278544ff2">
            <a:extLst>
              <a:ext uri="{96DAC541-7B7A-43D3-8B79-37D633B846F1}">
                <asvg:svgBlip xmlns:asvg="http://schemas.microsoft.com/office/drawing/2016/SVG/main" r:embed="R3b3593169ca443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8108" y="1141396"/>
            <a:ext cx="1780479" cy="428014"/>
          </a:xfrm>
          <a:prstGeom xmlns:a="http://schemas.openxmlformats.org/drawingml/2006/main" prst="rect">
            <a:avLst/>
          </a:prstGeom>
        </p:spPr>
      </p:pic>
      <p:sp>
        <p:nvSpPr>
          <p:cNvPr id="7" name="Text Placeholder 1963">
            <a:extLst xmlns:a="http://schemas.openxmlformats.org/drawingml/2006/main">
              <a:ext uri="{FF2B5EF4-FFF2-40B4-BE49-F238E27FC236}">
                <a16:creationId xmlns:a16="http://schemas.microsoft.com/office/drawing/2014/main" id="{3B1CF4E8-BDC8-B225-DB1D-63D508EC388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215450" y="4383195"/>
            <a:ext cx="4517136" cy="3323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10" name="Text Placeholder 47">
            <a:extLst xmlns:a="http://schemas.openxmlformats.org/drawingml/2006/main">
              <a:ext uri="{FF2B5EF4-FFF2-40B4-BE49-F238E27FC236}">
                <a16:creationId xmlns:a16="http://schemas.microsoft.com/office/drawing/2014/main" id="{67FCB669-B9C0-1E9C-516B-D8A804C4C36C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215450" y="4798918"/>
            <a:ext cx="4517136" cy="246221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5pPr>
          </a:lstStyle>
          <a:p xmlns:a="http://schemas.openxmlformats.org/drawingml/2006/main">
            <a:pPr lvl="0">
              <a:buNone/>
            </a:pPr>
            <a:r>
              <a:t>Presenter Affiliation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D17B51F-DF85-E9E0-712B-297B83E8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50" y="3780792"/>
            <a:ext cx="854364" cy="719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274748"/>
              </a:solidFill>
              <a:latin typeface="Aptos Light"/>
              <a:ea typeface="Aptos Light"/>
              <a:cs typeface="Aptos Light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46153C1-920A-60DA-AB29-D732EC8A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88336" y="5344755"/>
            <a:ext cx="304798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0">
            <a:spAutoFit/>
          </a:bodyPr>
          <a:lstStyle xmlns:a="http://schemas.openxmlformats.org/drawingml/2006/main"/>
          <a:p xmlns:a="http://schemas.openxmlformats.org/drawingml/2006/main">
            <a:r>
              <a:rPr sz="9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ORNL IS MANAGED BY UT-BATTELLE LLC </a:t>
            </a:r>
            <a:br/>
            <a:r>
              <a:rPr sz="9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FOR THE US DEPARTMENT OF ENERGY</a:t>
            </a:r>
          </a:p>
        </p:txBody>
      </p:sp>
      <p:pic>
        <p:nvPicPr>
          <p:cNvPr id="5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37e2771384c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77351" y="5301081"/>
            <a:ext cx="1526303" cy="438406"/>
          </a:xfrm>
          <a:prstGeom xmlns:a="http://schemas.openxmlformats.org/drawingml/2006/main" prst="rect">
            <a:avLst/>
          </a:prstGeom>
        </p:spPr>
      </p:pic>
      <p:sp>
        <p:nvSpPr>
          <p:cNvPr id="5" name="Subtitle 2">
            <a:extLst xmlns:a="http://schemas.openxmlformats.org/drawingml/2006/main">
              <a:ext uri="{FF2B5EF4-FFF2-40B4-BE49-F238E27FC236}">
                <a16:creationId xmlns:a16="http://schemas.microsoft.com/office/drawing/2014/main" id="{9461967E-4A3D-99FD-12D2-D204FBEBAF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215450" y="4031052"/>
            <a:ext cx="4517136" cy="1938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PRESENTED BY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le | Custom Portrait Imag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68" name="Graphic 2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a0b06615b4d4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0800000">
            <a:off x="-1" y="0"/>
            <a:ext cx="60452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7657" y="2292076"/>
            <a:ext cx="4465176" cy="997196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algn="l">
              <a:spcBef>
                <a:spcPts val="1200"/>
              </a:spcBef>
              <a:spcAft>
                <a:spcPts val="60"/>
              </a:spcAft>
              <a:buNone/>
              <a:defRPr sz="36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Presentation Title (Text size no larger than 36pt)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897657" y="4019391"/>
            <a:ext cx="4465176" cy="1938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PRESENTED BY</a:t>
            </a:r>
          </a:p>
        </p:txBody>
      </p:sp>
      <p:sp>
        <p:nvSpPr>
          <p:cNvPr id="1962" name="Text Placeholder 1961">
            <a:extLst xmlns:a="http://schemas.openxmlformats.org/drawingml/2006/main"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897657" y="1880997"/>
            <a:ext cx="4465176" cy="1938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MONTH XX, XXXX | LOCATION</a:t>
            </a:r>
          </a:p>
        </p:txBody>
      </p:sp>
      <p:sp>
        <p:nvSpPr>
          <p:cNvPr id="1964" name="Text Placeholder 1963">
            <a:extLst xmlns:a="http://schemas.openxmlformats.org/drawingml/2006/main"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897657" y="4371534"/>
            <a:ext cx="4465176" cy="3323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656" y="3793881"/>
            <a:ext cx="854364" cy="719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48" name="Text Placeholder 47">
            <a:extLst xmlns:a="http://schemas.openxmlformats.org/drawingml/2006/main"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897657" y="4881013"/>
            <a:ext cx="4465176" cy="246221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5pPr>
          </a:lstStyle>
          <a:p xmlns:a="http://schemas.openxmlformats.org/drawingml/2006/main">
            <a:pPr lvl="0">
              <a:buNone/>
            </a:pPr>
            <a:r>
              <a:t>Presenter Affiliation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63D2D23A-F403-7E2C-7D24-BA0C3B867C3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045200" y="0"/>
            <a:ext cx="6146800" cy="6858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pic>
        <p:nvPicPr>
          <p:cNvPr id="1976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79a2a07bb4db6">
            <a:extLst>
              <a:ext uri="{96DAC541-7B7A-43D3-8B79-37D633B846F1}">
                <asvg:svgBlip xmlns:asvg="http://schemas.microsoft.com/office/drawing/2016/SVG/main" r:embed="Re6a5a2f8f5d1414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070" y="783630"/>
            <a:ext cx="1780479" cy="4280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97F60E2-2A56-9EB3-6B56-9299A963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68064" y="6156068"/>
            <a:ext cx="304798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0">
            <a:spAutoFit/>
          </a:bodyPr>
          <a:lstStyle xmlns:a="http://schemas.openxmlformats.org/drawingml/2006/main"/>
          <a:p xmlns:a="http://schemas.openxmlformats.org/drawingml/2006/main"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ORNL IS MANAGED BY UT-BATTELLE LLC </a:t>
            </a:r>
            <a:br/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FOR THE US DEPARTMENT OF ENERGY</a:t>
            </a:r>
          </a:p>
        </p:txBody>
      </p:sp>
      <p:pic>
        <p:nvPicPr>
          <p:cNvPr id="1978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b0adaf2354d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59536" y="6108192"/>
            <a:ext cx="1528065" cy="43891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Title | Custom Landscape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FE843FE-B2D6-28A8-6229-2F4F14E7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5" fmla="*/ 5609063 w 12192000"/>
              <a:gd name="connsiteY5" fmla="*/ 1505414 h 6858000"/>
              <a:gd name="connsiteX6" fmla="*/ 5609063 w 12192000"/>
              <a:gd name="connsiteY6" fmla="*/ 5352586 h 6858000"/>
              <a:gd name="connsiteX7" fmla="*/ 11452302 w 12192000"/>
              <a:gd name="connsiteY7" fmla="*/ 5352586 h 6858000"/>
              <a:gd name="connsiteX8" fmla="*/ 11452302 w 12192000"/>
              <a:gd name="connsiteY8" fmla="*/ 1505414 h 6858000"/>
              <a:gd name="connsiteX9" fmla="*/ 5609063 w 12192000"/>
              <a:gd name="connsiteY9" fmla="*/ 1505414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5609063" y="1505414"/>
                </a:moveTo>
                <a:lnTo>
                  <a:pt x="5609063" y="5352586"/>
                </a:lnTo>
                <a:lnTo>
                  <a:pt x="11452302" y="5352586"/>
                </a:lnTo>
                <a:lnTo>
                  <a:pt x="11452302" y="1505414"/>
                </a:lnTo>
                <a:lnTo>
                  <a:pt x="5609063" y="150541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23d86cbde9645bb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7657" y="2292076"/>
            <a:ext cx="4465176" cy="997196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algn="l">
              <a:spcBef>
                <a:spcPts val="1200"/>
              </a:spcBef>
              <a:spcAft>
                <a:spcPts val="60"/>
              </a:spcAft>
              <a:buNone/>
              <a:defRPr sz="36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Presentation Title (Text size no larger than 36pt)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897657" y="4019391"/>
            <a:ext cx="4465176" cy="1938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PRESENTED BY</a:t>
            </a:r>
          </a:p>
        </p:txBody>
      </p:sp>
      <p:sp>
        <p:nvSpPr>
          <p:cNvPr id="1962" name="Text Placeholder 1961">
            <a:extLst xmlns:a="http://schemas.openxmlformats.org/drawingml/2006/main"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897657" y="1880997"/>
            <a:ext cx="4465176" cy="1938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MONTH XX, XXXX | LOCATION</a:t>
            </a:r>
          </a:p>
        </p:txBody>
      </p:sp>
      <p:sp>
        <p:nvSpPr>
          <p:cNvPr id="1964" name="Text Placeholder 1963">
            <a:extLst xmlns:a="http://schemas.openxmlformats.org/drawingml/2006/main"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897657" y="4371534"/>
            <a:ext cx="4465176" cy="3323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656" y="3793881"/>
            <a:ext cx="854364" cy="719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48" name="Text Placeholder 47">
            <a:extLst xmlns:a="http://schemas.openxmlformats.org/drawingml/2006/main"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897657" y="4881013"/>
            <a:ext cx="4465176" cy="246221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5pPr>
          </a:lstStyle>
          <a:p xmlns:a="http://schemas.openxmlformats.org/drawingml/2006/main">
            <a:pPr lvl="0">
              <a:buNone/>
            </a:pPr>
            <a:r>
              <a:t>Presenter Affiliation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63D2D23A-F403-7E2C-7D24-BA0C3B867C3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5609063" y="1481958"/>
            <a:ext cx="5843239" cy="389164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pic>
        <p:nvPicPr>
          <p:cNvPr id="1975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d99ab27e647ef">
            <a:extLst>
              <a:ext uri="{96DAC541-7B7A-43D3-8B79-37D633B846F1}">
                <asvg:svgBlip xmlns:asvg="http://schemas.microsoft.com/office/drawing/2016/SVG/main" r:embed="R6da36c923780478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070" y="783630"/>
            <a:ext cx="1780479" cy="4280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252F9E3-A27C-53E8-B52E-49794F69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68064" y="6156068"/>
            <a:ext cx="304798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0">
            <a:spAutoFit/>
          </a:bodyPr>
          <a:lstStyle xmlns:a="http://schemas.openxmlformats.org/drawingml/2006/main"/>
          <a:p xmlns:a="http://schemas.openxmlformats.org/drawingml/2006/main"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ORNL IS MANAGED BY UT-BATTELLE LLC </a:t>
            </a:r>
            <a:br/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FOR THE US DEPARTMENT OF ENERGY</a:t>
            </a:r>
          </a:p>
        </p:txBody>
      </p:sp>
      <p:pic>
        <p:nvPicPr>
          <p:cNvPr id="197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842cd4f494f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59536" y="6108192"/>
            <a:ext cx="1528065" cy="43891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 userDrawn="1">
  <p:cSld name="Title | Standard Text-onl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68" name="Graphic 2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8753118e744d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080000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7656" y="2292076"/>
            <a:ext cx="10396685" cy="997196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algn="l">
              <a:spcBef>
                <a:spcPts val="1200"/>
              </a:spcBef>
              <a:spcAft>
                <a:spcPts val="60"/>
              </a:spcAft>
              <a:buNone/>
              <a:defRPr sz="36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Presentation Title: Best Title Option for Longer Presentation Titles (Text Size no larger than 36pt and no smaller than 20pt) 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897656" y="4019391"/>
            <a:ext cx="10396685" cy="1938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PRESENTED BY</a:t>
            </a:r>
          </a:p>
        </p:txBody>
      </p:sp>
      <p:sp>
        <p:nvSpPr>
          <p:cNvPr id="1962" name="Text Placeholder 1961">
            <a:extLst xmlns:a="http://schemas.openxmlformats.org/drawingml/2006/main"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897656" y="1880997"/>
            <a:ext cx="10396685" cy="1938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MONTH XX, XXXX | LOCATION</a:t>
            </a:r>
          </a:p>
        </p:txBody>
      </p:sp>
      <p:sp>
        <p:nvSpPr>
          <p:cNvPr id="1964" name="Text Placeholder 1963">
            <a:extLst xmlns:a="http://schemas.openxmlformats.org/drawingml/2006/main"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897656" y="4371534"/>
            <a:ext cx="10396685" cy="332399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656" y="3793881"/>
            <a:ext cx="854364" cy="719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48" name="Text Placeholder 47">
            <a:extLst xmlns:a="http://schemas.openxmlformats.org/drawingml/2006/main"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897656" y="4881013"/>
            <a:ext cx="10396685" cy="246221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/>
                <a:ea typeface="Aptos Light"/>
                <a:cs typeface="Aptos Light"/>
              </a:defRPr>
            </a:lvl5pPr>
          </a:lstStyle>
          <a:p xmlns:a="http://schemas.openxmlformats.org/drawingml/2006/main">
            <a:pPr lvl="0">
              <a:buNone/>
            </a:pPr>
            <a:r>
              <a:t>Presenter Affiliation</a:t>
            </a:r>
          </a:p>
        </p:txBody>
      </p:sp>
      <p:pic>
        <p:nvPicPr>
          <p:cNvPr id="1975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c0ecc21d54b8e">
            <a:extLst>
              <a:ext uri="{96DAC541-7B7A-43D3-8B79-37D633B846F1}">
                <asvg:svgBlip xmlns:asvg="http://schemas.microsoft.com/office/drawing/2016/SVG/main" r:embed="Ra252c9c46ed443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070" y="783630"/>
            <a:ext cx="1780479" cy="42801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6E0B571-503C-1E4E-4585-513FD219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68064" y="6156068"/>
            <a:ext cx="304798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0">
            <a:spAutoFit/>
          </a:bodyPr>
          <a:lstStyle xmlns:a="http://schemas.openxmlformats.org/drawingml/2006/main"/>
          <a:p xmlns:a="http://schemas.openxmlformats.org/drawingml/2006/main"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ORNL IS MANAGED BY UT-BATTELLE LLC </a:t>
            </a:r>
            <a:br/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FOR THE US DEPARTMENT OF ENERGY</a:t>
            </a:r>
          </a:p>
        </p:txBody>
      </p:sp>
      <p:pic>
        <p:nvPicPr>
          <p:cNvPr id="197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46da527b74b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59536" y="6108192"/>
            <a:ext cx="1528065" cy="43891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preserve="1" userDrawn="1">
  <p:cSld name="1-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305791-4F91-34B2-5F77-014A7A421E1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268E7B4-2380-B18C-C8C1-09BD437D6B16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4692" y="1825625"/>
            <a:ext cx="11492432" cy="4061829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1200"/>
              </a:spcBef>
              <a:buNone/>
              <a:defRPr sz="1800"/>
            </a:lvl1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1-Column Key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55F232B-0EDE-9AF7-8505-73A82A1D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78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3899310" cy="19009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4692" y="2631247"/>
            <a:ext cx="3899310" cy="351113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40400C1-7283-FABD-80B9-45AEE1D1F5D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4678363" y="0"/>
            <a:ext cx="7513637" cy="6858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pic>
        <p:nvPicPr>
          <p:cNvPr id="12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403ed18bf4630">
            <a:extLst>
              <a:ext uri="{96DAC541-7B7A-43D3-8B79-37D633B846F1}">
                <asvg:svgBlip xmlns:asvg="http://schemas.microsoft.com/office/drawing/2016/SVG/main" r:embed="R034e6d1c9ad646f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693" y="6431818"/>
            <a:ext cx="1188988" cy="28582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preserve="1" userDrawn="1">
  <p:cSld name="1-Column Hexagon Cut-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9AAFC910-D2D4-C5E3-4A8E-DB371D1637FC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5139371" y="-23484"/>
            <a:ext cx="6737350" cy="6865418"/>
          </a:xfrm>
          <a:custGeom xmlns:a="http://schemas.openxmlformats.org/drawingml/2006/main">
            <a:gdLst>
              <a:gd name="connsiteX0" fmla="*/ 4765422 w 6737350"/>
              <a:gd name="connsiteY0" fmla="*/ 5955463 h 6865418"/>
              <a:gd name="connsiteX1" fmla="*/ 6080062 w 6737350"/>
              <a:gd name="connsiteY1" fmla="*/ 5955463 h 6865418"/>
              <a:gd name="connsiteX2" fmla="*/ 6604382 w 6737350"/>
              <a:gd name="connsiteY2" fmla="*/ 6863640 h 6865418"/>
              <a:gd name="connsiteX3" fmla="*/ 4240721 w 6737350"/>
              <a:gd name="connsiteY3" fmla="*/ 6864212 h 6865418"/>
              <a:gd name="connsiteX4" fmla="*/ 2712846 w 6737350"/>
              <a:gd name="connsiteY4" fmla="*/ 4762425 h 6865418"/>
              <a:gd name="connsiteX5" fmla="*/ 4027487 w 6737350"/>
              <a:gd name="connsiteY5" fmla="*/ 4762425 h 6865418"/>
              <a:gd name="connsiteX6" fmla="*/ 4684776 w 6737350"/>
              <a:gd name="connsiteY6" fmla="*/ 5900917 h 6865418"/>
              <a:gd name="connsiteX7" fmla="*/ 4128579 w 6737350"/>
              <a:gd name="connsiteY7" fmla="*/ 6864339 h 6865418"/>
              <a:gd name="connsiteX8" fmla="*/ 2612326 w 6737350"/>
              <a:gd name="connsiteY8" fmla="*/ 6865418 h 6865418"/>
              <a:gd name="connsiteX9" fmla="*/ 2055495 w 6737350"/>
              <a:gd name="connsiteY9" fmla="*/ 5900917 h 6865418"/>
              <a:gd name="connsiteX10" fmla="*/ 4765421 w 6737350"/>
              <a:gd name="connsiteY10" fmla="*/ 3584563 h 6865418"/>
              <a:gd name="connsiteX11" fmla="*/ 6080061 w 6737350"/>
              <a:gd name="connsiteY11" fmla="*/ 3584563 h 6865418"/>
              <a:gd name="connsiteX12" fmla="*/ 6737350 w 6737350"/>
              <a:gd name="connsiteY12" fmla="*/ 4723055 h 6865418"/>
              <a:gd name="connsiteX13" fmla="*/ 6080061 w 6737350"/>
              <a:gd name="connsiteY13" fmla="*/ 5861546 h 6865418"/>
              <a:gd name="connsiteX14" fmla="*/ 4765421 w 6737350"/>
              <a:gd name="connsiteY14" fmla="*/ 5861546 h 6865418"/>
              <a:gd name="connsiteX15" fmla="*/ 4108069 w 6737350"/>
              <a:gd name="connsiteY15" fmla="*/ 4723055 h 6865418"/>
              <a:gd name="connsiteX16" fmla="*/ 2712846 w 6737350"/>
              <a:gd name="connsiteY16" fmla="*/ 2395463 h 6865418"/>
              <a:gd name="connsiteX17" fmla="*/ 4027487 w 6737350"/>
              <a:gd name="connsiteY17" fmla="*/ 2395463 h 6865418"/>
              <a:gd name="connsiteX18" fmla="*/ 4684776 w 6737350"/>
              <a:gd name="connsiteY18" fmla="*/ 3533955 h 6865418"/>
              <a:gd name="connsiteX19" fmla="*/ 4027487 w 6737350"/>
              <a:gd name="connsiteY19" fmla="*/ 4672446 h 6865418"/>
              <a:gd name="connsiteX20" fmla="*/ 2712846 w 6737350"/>
              <a:gd name="connsiteY20" fmla="*/ 4672446 h 6865418"/>
              <a:gd name="connsiteX21" fmla="*/ 2055495 w 6737350"/>
              <a:gd name="connsiteY21" fmla="*/ 3533955 h 6865418"/>
              <a:gd name="connsiteX22" fmla="*/ 657289 w 6737350"/>
              <a:gd name="connsiteY22" fmla="*/ 1217538 h 6865418"/>
              <a:gd name="connsiteX23" fmla="*/ 1971929 w 6737350"/>
              <a:gd name="connsiteY23" fmla="*/ 1217538 h 6865418"/>
              <a:gd name="connsiteX24" fmla="*/ 2629281 w 6737350"/>
              <a:gd name="connsiteY24" fmla="*/ 2356092 h 6865418"/>
              <a:gd name="connsiteX25" fmla="*/ 1971929 w 6737350"/>
              <a:gd name="connsiteY25" fmla="*/ 3494584 h 6865418"/>
              <a:gd name="connsiteX26" fmla="*/ 657289 w 6737350"/>
              <a:gd name="connsiteY26" fmla="*/ 3494584 h 6865418"/>
              <a:gd name="connsiteX27" fmla="*/ 0 w 6737350"/>
              <a:gd name="connsiteY27" fmla="*/ 2356092 h 6865418"/>
              <a:gd name="connsiteX28" fmla="*/ 4765421 w 6737350"/>
              <a:gd name="connsiteY28" fmla="*/ 1217537 h 6865418"/>
              <a:gd name="connsiteX29" fmla="*/ 6080061 w 6737350"/>
              <a:gd name="connsiteY29" fmla="*/ 1217537 h 6865418"/>
              <a:gd name="connsiteX30" fmla="*/ 6737350 w 6737350"/>
              <a:gd name="connsiteY30" fmla="*/ 2356092 h 6865418"/>
              <a:gd name="connsiteX31" fmla="*/ 6080061 w 6737350"/>
              <a:gd name="connsiteY31" fmla="*/ 3494584 h 6865418"/>
              <a:gd name="connsiteX32" fmla="*/ 4765421 w 6737350"/>
              <a:gd name="connsiteY32" fmla="*/ 3494584 h 6865418"/>
              <a:gd name="connsiteX33" fmla="*/ 4108069 w 6737350"/>
              <a:gd name="connsiteY33" fmla="*/ 2356092 h 6865418"/>
              <a:gd name="connsiteX34" fmla="*/ 2712846 w 6737350"/>
              <a:gd name="connsiteY34" fmla="*/ 39549 h 6865418"/>
              <a:gd name="connsiteX35" fmla="*/ 4027487 w 6737350"/>
              <a:gd name="connsiteY35" fmla="*/ 39549 h 6865418"/>
              <a:gd name="connsiteX36" fmla="*/ 4684776 w 6737350"/>
              <a:gd name="connsiteY36" fmla="*/ 1178041 h 6865418"/>
              <a:gd name="connsiteX37" fmla="*/ 4027487 w 6737350"/>
              <a:gd name="connsiteY37" fmla="*/ 2316532 h 6865418"/>
              <a:gd name="connsiteX38" fmla="*/ 2712846 w 6737350"/>
              <a:gd name="connsiteY38" fmla="*/ 2316532 h 6865418"/>
              <a:gd name="connsiteX39" fmla="*/ 2055495 w 6737350"/>
              <a:gd name="connsiteY39" fmla="*/ 1178041 h 6865418"/>
              <a:gd name="connsiteX40" fmla="*/ 13492 w 6737350"/>
              <a:gd name="connsiteY40" fmla="*/ 0 h 6865418"/>
              <a:gd name="connsiteX41" fmla="*/ 2631396 w 6737350"/>
              <a:gd name="connsiteY41" fmla="*/ 13447 h 6865418"/>
              <a:gd name="connsiteX42" fmla="*/ 1973010 w 6737350"/>
              <a:gd name="connsiteY42" fmla="*/ 1137655 h 6865418"/>
              <a:gd name="connsiteX43" fmla="*/ 658369 w 6737350"/>
              <a:gd name="connsiteY43" fmla="*/ 1137655 h 6865418"/>
            </a:gdLst>
            <a:rect l="l" t="t" r="r" b="b"/>
            <a:pathLst>
              <a:path w="6737350" h="6865418">
                <a:moveTo>
                  <a:pt x="4765422" y="5955463"/>
                </a:moveTo>
                <a:lnTo>
                  <a:pt x="6080062" y="5955463"/>
                </a:lnTo>
                <a:lnTo>
                  <a:pt x="6604382" y="6863640"/>
                </a:lnTo>
                <a:lnTo>
                  <a:pt x="4240721" y="6864212"/>
                </a:lnTo>
                <a:close/>
                <a:moveTo>
                  <a:pt x="2712846" y="4762425"/>
                </a:moveTo>
                <a:lnTo>
                  <a:pt x="4027487" y="4762425"/>
                </a:lnTo>
                <a:lnTo>
                  <a:pt x="4684776" y="5900917"/>
                </a:lnTo>
                <a:lnTo>
                  <a:pt x="4128579" y="6864339"/>
                </a:lnTo>
                <a:lnTo>
                  <a:pt x="2612326" y="6865418"/>
                </a:lnTo>
                <a:lnTo>
                  <a:pt x="2055495" y="5900917"/>
                </a:lnTo>
                <a:close/>
                <a:moveTo>
                  <a:pt x="4765421" y="3584563"/>
                </a:moveTo>
                <a:lnTo>
                  <a:pt x="6080061" y="3584563"/>
                </a:lnTo>
                <a:lnTo>
                  <a:pt x="6737350" y="4723055"/>
                </a:lnTo>
                <a:lnTo>
                  <a:pt x="6080061" y="5861546"/>
                </a:lnTo>
                <a:lnTo>
                  <a:pt x="4765421" y="5861546"/>
                </a:lnTo>
                <a:lnTo>
                  <a:pt x="4108069" y="4723055"/>
                </a:lnTo>
                <a:close/>
                <a:moveTo>
                  <a:pt x="2712846" y="2395463"/>
                </a:moveTo>
                <a:lnTo>
                  <a:pt x="4027487" y="2395463"/>
                </a:lnTo>
                <a:lnTo>
                  <a:pt x="4684776" y="3533955"/>
                </a:lnTo>
                <a:lnTo>
                  <a:pt x="4027487" y="4672446"/>
                </a:lnTo>
                <a:lnTo>
                  <a:pt x="2712846" y="4672446"/>
                </a:lnTo>
                <a:lnTo>
                  <a:pt x="2055495" y="3533955"/>
                </a:lnTo>
                <a:close/>
                <a:moveTo>
                  <a:pt x="657289" y="1217538"/>
                </a:moveTo>
                <a:lnTo>
                  <a:pt x="1971929" y="1217538"/>
                </a:lnTo>
                <a:lnTo>
                  <a:pt x="2629281" y="2356092"/>
                </a:lnTo>
                <a:lnTo>
                  <a:pt x="1971929" y="3494584"/>
                </a:lnTo>
                <a:lnTo>
                  <a:pt x="657289" y="3494584"/>
                </a:lnTo>
                <a:lnTo>
                  <a:pt x="0" y="2356092"/>
                </a:lnTo>
                <a:close/>
                <a:moveTo>
                  <a:pt x="4765421" y="1217537"/>
                </a:moveTo>
                <a:lnTo>
                  <a:pt x="6080061" y="1217537"/>
                </a:lnTo>
                <a:lnTo>
                  <a:pt x="6737350" y="2356092"/>
                </a:lnTo>
                <a:lnTo>
                  <a:pt x="6080061" y="3494584"/>
                </a:lnTo>
                <a:lnTo>
                  <a:pt x="4765421" y="3494584"/>
                </a:lnTo>
                <a:lnTo>
                  <a:pt x="4108069" y="2356092"/>
                </a:lnTo>
                <a:close/>
                <a:moveTo>
                  <a:pt x="2712846" y="39549"/>
                </a:moveTo>
                <a:lnTo>
                  <a:pt x="4027487" y="39549"/>
                </a:lnTo>
                <a:lnTo>
                  <a:pt x="4684776" y="1178041"/>
                </a:lnTo>
                <a:lnTo>
                  <a:pt x="4027487" y="2316532"/>
                </a:lnTo>
                <a:lnTo>
                  <a:pt x="2712846" y="2316532"/>
                </a:lnTo>
                <a:lnTo>
                  <a:pt x="2055495" y="1178041"/>
                </a:lnTo>
                <a:close/>
                <a:moveTo>
                  <a:pt x="13492" y="0"/>
                </a:moveTo>
                <a:lnTo>
                  <a:pt x="2631396" y="13447"/>
                </a:lnTo>
                <a:lnTo>
                  <a:pt x="1973010" y="1137655"/>
                </a:lnTo>
                <a:lnTo>
                  <a:pt x="658369" y="113765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3" y="365125"/>
            <a:ext cx="4412934" cy="1772793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4693" y="2514601"/>
            <a:ext cx="4412934" cy="375699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800"/>
            </a:lvl1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-Column Stacked Image Seri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Picture Placeholder 117">
            <a:extLst xmlns:a="http://schemas.openxmlformats.org/drawingml/2006/main">
              <a:ext uri="{FF2B5EF4-FFF2-40B4-BE49-F238E27FC236}">
                <a16:creationId xmlns:a16="http://schemas.microsoft.com/office/drawing/2014/main" id="{FCAA6D76-9D9F-EEEC-3A19-B8672A58A5A7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645400" y="-6350"/>
            <a:ext cx="4546600" cy="21558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21" name="Picture Placeholder 120">
            <a:extLst xmlns:a="http://schemas.openxmlformats.org/drawingml/2006/main">
              <a:ext uri="{FF2B5EF4-FFF2-40B4-BE49-F238E27FC236}">
                <a16:creationId xmlns:a16="http://schemas.microsoft.com/office/drawing/2014/main" id="{374474B3-1A16-3799-2DA6-5E1F9B62F1F2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7645400" y="2352675"/>
            <a:ext cx="4546600" cy="21494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23" name="Picture Placeholder 122">
            <a:extLst xmlns:a="http://schemas.openxmlformats.org/drawingml/2006/main">
              <a:ext uri="{FF2B5EF4-FFF2-40B4-BE49-F238E27FC236}">
                <a16:creationId xmlns:a16="http://schemas.microsoft.com/office/drawing/2014/main" id="{0285EA67-185C-FA9B-F112-0DEA71BAF9A1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7645400" y="4703763"/>
            <a:ext cx="4546600" cy="215423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3" y="365125"/>
            <a:ext cx="6736022" cy="10064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113" name="Text Placeholder 112">
            <a:extLst xmlns:a="http://schemas.openxmlformats.org/drawingml/2006/main">
              <a:ext uri="{FF2B5EF4-FFF2-40B4-BE49-F238E27FC236}">
                <a16:creationId xmlns:a16="http://schemas.microsoft.com/office/drawing/2014/main" id="{561B3BD0-8400-FE4A-5A3F-210329D8A10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14693" y="1817559"/>
            <a:ext cx="6763894" cy="432482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526723" y="6576851"/>
            <a:ext cx="28040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2-Column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4692" y="1825625"/>
            <a:ext cx="5563532" cy="41314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1200"/>
              </a:spcBef>
              <a:buNone/>
              <a:defRPr sz="1800"/>
            </a:lvl1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243592" y="1825625"/>
            <a:ext cx="5563532" cy="41314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1200"/>
              </a:spcBef>
              <a:buNone/>
              <a:defRPr sz="1800"/>
            </a:lvl1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2-Column B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reeform 7">
            <a:extLst xmlns:a="http://schemas.openxmlformats.org/drawingml/2006/main">
              <a:ext uri="{FF2B5EF4-FFF2-40B4-BE49-F238E27FC236}">
                <a16:creationId xmlns:a16="http://schemas.microsoft.com/office/drawing/2014/main" id="{4F099DB8-02EB-0BAA-D750-3A0693F2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6F1A98B-07FE-B21C-77B1-F780EBF1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526723" y="6576851"/>
            <a:ext cx="28040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12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2eca664ec4ea2">
            <a:extLst>
              <a:ext uri="{96DAC541-7B7A-43D3-8B79-37D633B846F1}">
                <asvg:svgBlip xmlns:asvg="http://schemas.microsoft.com/office/drawing/2016/SVG/main" r:embed="R9676c1c7efab4a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693" y="6431818"/>
            <a:ext cx="1188988" cy="285824"/>
          </a:xfrm>
          <a:prstGeom xmlns:a="http://schemas.openxmlformats.org/drawingml/2006/main" prst="rect">
            <a:avLst/>
          </a:prstGeom>
        </p:spPr>
      </p:pic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4692" y="1825625"/>
            <a:ext cx="5563532" cy="41314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120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243592" y="1825625"/>
            <a:ext cx="5563532" cy="41314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120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3-Column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4692" y="1652954"/>
            <a:ext cx="3650690" cy="4156175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34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4228076" y="1652954"/>
            <a:ext cx="3646421" cy="4156175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343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8156060" y="1652954"/>
            <a:ext cx="3647391" cy="4156175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3-Column B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reeform 7">
            <a:extLst xmlns:a="http://schemas.openxmlformats.org/drawingml/2006/main">
              <a:ext uri="{FF2B5EF4-FFF2-40B4-BE49-F238E27FC236}">
                <a16:creationId xmlns:a16="http://schemas.microsoft.com/office/drawing/2014/main" id="{4F099DB8-02EB-0BAA-D750-3A0693F2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6F1A98B-07FE-B21C-77B1-F780EBF1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526723" y="6576851"/>
            <a:ext cx="28040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14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754eeb5be4b7c">
            <a:extLst>
              <a:ext uri="{96DAC541-7B7A-43D3-8B79-37D633B846F1}">
                <asvg:svgBlip xmlns:asvg="http://schemas.microsoft.com/office/drawing/2016/SVG/main" r:embed="R3e346255cf6c49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693" y="6431818"/>
            <a:ext cx="1188988" cy="285824"/>
          </a:xfrm>
          <a:prstGeom xmlns:a="http://schemas.openxmlformats.org/drawingml/2006/main" prst="rect">
            <a:avLst/>
          </a:prstGeom>
        </p:spPr>
      </p:pic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908273-EAF5-86C7-7DA1-4B3A63FA40AD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4692" y="1652954"/>
            <a:ext cx="3650690" cy="4156175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8AC23A-F6F3-1406-A41C-A53D31762F5B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4228076" y="1652954"/>
            <a:ext cx="3646421" cy="4156175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990C39-D2EB-2C24-D563-540A447C8980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8156060" y="1652954"/>
            <a:ext cx="3647391" cy="4156175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4-Column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4692" y="1629508"/>
            <a:ext cx="2743968" cy="4179621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34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3237701" y="1629508"/>
            <a:ext cx="2740760" cy="4179621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343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6144032" y="1629508"/>
            <a:ext cx="2741489" cy="4179621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343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3E0DCF4-21AE-4C71-696D-13E98DC66059}"/>
              </a:ext>
            </a:extLst>
          </p:cNvPr>
          <p:cNvSpPr>
            <a:spLocks xmlns:a="http://schemas.openxmlformats.org/drawingml/2006/main" noGrp="1"/>
          </p:cNvSpPr>
          <p:nvPr>
            <p:ph idx="18" hasCustomPrompt="1"/>
          </p:nvPr>
        </p:nvSpPr>
        <p:spPr>
          <a:xfrm xmlns:a="http://schemas.openxmlformats.org/drawingml/2006/main">
            <a:off x="9069571" y="1629508"/>
            <a:ext cx="2737553" cy="4179621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4-Column B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reeform 7">
            <a:extLst xmlns:a="http://schemas.openxmlformats.org/drawingml/2006/main">
              <a:ext uri="{FF2B5EF4-FFF2-40B4-BE49-F238E27FC236}">
                <a16:creationId xmlns:a16="http://schemas.microsoft.com/office/drawing/2014/main" id="{4F099DB8-02EB-0BAA-D750-3A0693F2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6F1A98B-07FE-B21C-77B1-F780EBF1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526723" y="6576851"/>
            <a:ext cx="28040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16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9b5104bf64be7">
            <a:extLst>
              <a:ext uri="{96DAC541-7B7A-43D3-8B79-37D633B846F1}">
                <asvg:svgBlip xmlns:asvg="http://schemas.microsoft.com/office/drawing/2016/SVG/main" r:embed="Rceccf974c1b94da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693" y="6431818"/>
            <a:ext cx="1188988" cy="285824"/>
          </a:xfrm>
          <a:prstGeom xmlns:a="http://schemas.openxmlformats.org/drawingml/2006/main" prst="rect">
            <a:avLst/>
          </a:prstGeom>
        </p:spPr>
      </p:pic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E3954A7-39D8-F93F-8AB5-8AFDA80ABC34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4692" y="1629508"/>
            <a:ext cx="2743968" cy="4179621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933C006-27BF-E46C-6464-DF2AED8EF3CF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3237701" y="1629508"/>
            <a:ext cx="2740760" cy="4179621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2DE149-7914-DD03-AF2A-717A4DBC4C42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6144032" y="1629508"/>
            <a:ext cx="2741489" cy="4179621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63E755-9A43-BCF9-FC26-D2B9312D44A8}"/>
              </a:ext>
            </a:extLst>
          </p:cNvPr>
          <p:cNvSpPr>
            <a:spLocks xmlns:a="http://schemas.openxmlformats.org/drawingml/2006/main" noGrp="1"/>
          </p:cNvSpPr>
          <p:nvPr>
            <p:ph idx="18" hasCustomPrompt="1"/>
          </p:nvPr>
        </p:nvSpPr>
        <p:spPr>
          <a:xfrm xmlns:a="http://schemas.openxmlformats.org/drawingml/2006/main">
            <a:off x="9069571" y="1629508"/>
            <a:ext cx="2737553" cy="4179621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-Column Green B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4692" y="2151529"/>
            <a:ext cx="5528426" cy="3805518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237905" y="2151529"/>
            <a:ext cx="5534113" cy="3805518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5" name="Text Placeholder 212">
            <a:extLst xmlns:a="http://schemas.openxmlformats.org/drawingml/2006/main">
              <a:ext uri="{FF2B5EF4-FFF2-40B4-BE49-F238E27FC236}">
                <a16:creationId xmlns:a16="http://schemas.microsoft.com/office/drawing/2014/main" id="{E5D92591-51DF-3209-1704-154E381BA6F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14691" y="1636713"/>
            <a:ext cx="5534113" cy="4339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  <p:txBody>
          <a:bodyPr xmlns:a="http://schemas.openxmlformats.org/drawingml/2006/main" wrap="square" lIns="182880" tIns="91440" rIns="91440" bIns="91440">
            <a:noAutofit/>
          </a:bodyPr>
          <a:lstStyle xmlns:a="http://schemas.openxmlformats.org/drawingml/2006/main"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6" name="Text Placeholder 212">
            <a:extLst xmlns:a="http://schemas.openxmlformats.org/drawingml/2006/main">
              <a:ext uri="{FF2B5EF4-FFF2-40B4-BE49-F238E27FC236}">
                <a16:creationId xmlns:a16="http://schemas.microsoft.com/office/drawing/2014/main" id="{1322623F-B85A-91ED-9131-7E60FBA08AA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238429" y="1636672"/>
            <a:ext cx="5534113" cy="4339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  <p:txBody>
          <a:bodyPr xmlns:a="http://schemas.openxmlformats.org/drawingml/2006/main" wrap="square" lIns="182880" tIns="91440" rIns="91440" bIns="91440">
            <a:noAutofit/>
          </a:bodyPr>
          <a:lstStyle xmlns:a="http://schemas.openxmlformats.org/drawingml/2006/main"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3-Column Green B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4692" y="2191870"/>
            <a:ext cx="3650690" cy="3617259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34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4228076" y="2191870"/>
            <a:ext cx="3646421" cy="3617259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343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8156060" y="2191870"/>
            <a:ext cx="3647391" cy="3617259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4" name="Text Placeholder 212">
            <a:extLst xmlns:a="http://schemas.openxmlformats.org/drawingml/2006/main">
              <a:ext uri="{FF2B5EF4-FFF2-40B4-BE49-F238E27FC236}">
                <a16:creationId xmlns:a16="http://schemas.microsoft.com/office/drawing/2014/main" id="{0EDE83FF-6880-0C2B-F666-A52972148FB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14691" y="1636713"/>
            <a:ext cx="3646421" cy="4339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  <p:txBody>
          <a:bodyPr xmlns:a="http://schemas.openxmlformats.org/drawingml/2006/main" wrap="square" lIns="182880" tIns="91440" rIns="91440" bIns="91440">
            <a:noAutofit/>
          </a:bodyPr>
          <a:lstStyle xmlns:a="http://schemas.openxmlformats.org/drawingml/2006/main"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5" name="Text Placeholder 212">
            <a:extLst xmlns:a="http://schemas.openxmlformats.org/drawingml/2006/main">
              <a:ext uri="{FF2B5EF4-FFF2-40B4-BE49-F238E27FC236}">
                <a16:creationId xmlns:a16="http://schemas.microsoft.com/office/drawing/2014/main" id="{8CEEB1B0-74A1-A9A5-0E01-2E2E2380F2DF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231283" y="1636713"/>
            <a:ext cx="3646421" cy="4339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  <p:txBody>
          <a:bodyPr xmlns:a="http://schemas.openxmlformats.org/drawingml/2006/main" wrap="square" lIns="182880" tIns="91440" rIns="91440" bIns="91440">
            <a:noAutofit/>
          </a:bodyPr>
          <a:lstStyle xmlns:a="http://schemas.openxmlformats.org/drawingml/2006/main"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6" name="Text Placeholder 212">
            <a:extLst xmlns:a="http://schemas.openxmlformats.org/drawingml/2006/main">
              <a:ext uri="{FF2B5EF4-FFF2-40B4-BE49-F238E27FC236}">
                <a16:creationId xmlns:a16="http://schemas.microsoft.com/office/drawing/2014/main" id="{1B1FC136-726A-E90A-AA01-55CC4CA7F5C6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8159995" y="1636713"/>
            <a:ext cx="3646421" cy="4339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  <p:txBody>
          <a:bodyPr xmlns:a="http://schemas.openxmlformats.org/drawingml/2006/main" wrap="square" lIns="182880" tIns="91440" rIns="91440" bIns="91440">
            <a:noAutofit/>
          </a:bodyPr>
          <a:lstStyle xmlns:a="http://schemas.openxmlformats.org/drawingml/2006/main"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4-Column Green B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14692" y="2191870"/>
            <a:ext cx="2743968" cy="3617259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34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3237701" y="2191870"/>
            <a:ext cx="2740760" cy="3617259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343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6144032" y="2191870"/>
            <a:ext cx="2741489" cy="3617259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343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3E0DCF4-21AE-4C71-696D-13E98DC66059}"/>
              </a:ext>
            </a:extLst>
          </p:cNvPr>
          <p:cNvSpPr>
            <a:spLocks xmlns:a="http://schemas.openxmlformats.org/drawingml/2006/main" noGrp="1"/>
          </p:cNvSpPr>
          <p:nvPr>
            <p:ph idx="18" hasCustomPrompt="1"/>
          </p:nvPr>
        </p:nvSpPr>
        <p:spPr>
          <a:xfrm xmlns:a="http://schemas.openxmlformats.org/drawingml/2006/main">
            <a:off x="9069571" y="2191870"/>
            <a:ext cx="2737553" cy="3617259"/>
          </a:xfrm>
        </p:spPr>
        <p:txBody>
          <a:bodyPr xmlns:a="http://schemas.openxmlformats.org/drawingml/2006/main" lIns="182880" tIns="91440" rIns="91440" bIns="91440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buNone/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buNone/>
              <a:defRPr sz="1600"/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4" name="Text Placeholder 212">
            <a:extLst xmlns:a="http://schemas.openxmlformats.org/drawingml/2006/main">
              <a:ext uri="{FF2B5EF4-FFF2-40B4-BE49-F238E27FC236}">
                <a16:creationId xmlns:a16="http://schemas.microsoft.com/office/drawing/2014/main" id="{A8FB3702-489D-7133-5029-0EED83D7425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14692" y="1636713"/>
            <a:ext cx="2740760" cy="4339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  <p:txBody>
          <a:bodyPr xmlns:a="http://schemas.openxmlformats.org/drawingml/2006/main" wrap="square" lIns="182880" tIns="91440" rIns="91440" bIns="91440">
            <a:spAutoFit/>
          </a:bodyPr>
          <a:lstStyle xmlns:a="http://schemas.openxmlformats.org/drawingml/2006/main"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5" name="Text Placeholder 212">
            <a:extLst xmlns:a="http://schemas.openxmlformats.org/drawingml/2006/main">
              <a:ext uri="{FF2B5EF4-FFF2-40B4-BE49-F238E27FC236}">
                <a16:creationId xmlns:a16="http://schemas.microsoft.com/office/drawing/2014/main" id="{A472ABD6-D4AF-51A3-D274-EB02E1F7D698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237701" y="1636713"/>
            <a:ext cx="2740760" cy="4339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  <p:txBody>
          <a:bodyPr xmlns:a="http://schemas.openxmlformats.org/drawingml/2006/main" wrap="square" lIns="182880" tIns="91440" rIns="91440" bIns="91440">
            <a:noAutofit/>
          </a:bodyPr>
          <a:lstStyle xmlns:a="http://schemas.openxmlformats.org/drawingml/2006/main"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6" name="Text Placeholder 212">
            <a:extLst xmlns:a="http://schemas.openxmlformats.org/drawingml/2006/main">
              <a:ext uri="{FF2B5EF4-FFF2-40B4-BE49-F238E27FC236}">
                <a16:creationId xmlns:a16="http://schemas.microsoft.com/office/drawing/2014/main" id="{9B2846D9-98D8-E207-8370-E81B28729B4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144761" y="1636713"/>
            <a:ext cx="2740760" cy="4339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  <p:txBody>
          <a:bodyPr xmlns:a="http://schemas.openxmlformats.org/drawingml/2006/main" wrap="square" lIns="182880" tIns="91440" rIns="91440" bIns="91440">
            <a:noAutofit/>
          </a:bodyPr>
          <a:lstStyle xmlns:a="http://schemas.openxmlformats.org/drawingml/2006/main"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7" name="Text Placeholder 212">
            <a:extLst xmlns:a="http://schemas.openxmlformats.org/drawingml/2006/main">
              <a:ext uri="{FF2B5EF4-FFF2-40B4-BE49-F238E27FC236}">
                <a16:creationId xmlns:a16="http://schemas.microsoft.com/office/drawing/2014/main" id="{5A4E93FB-938D-13A6-A78B-46943641C35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9069571" y="1636713"/>
            <a:ext cx="2740760" cy="4339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  <p:txBody>
          <a:bodyPr xmlns:a="http://schemas.openxmlformats.org/drawingml/2006/main" wrap="square" lIns="182880" tIns="91440" rIns="91440" bIns="91440">
            <a:noAutofit/>
          </a:bodyPr>
          <a:lstStyle xmlns:a="http://schemas.openxmlformats.org/drawingml/2006/main"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3-Image Series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reeform 7">
            <a:extLst xmlns:a="http://schemas.openxmlformats.org/drawingml/2006/main">
              <a:ext uri="{FF2B5EF4-FFF2-40B4-BE49-F238E27FC236}">
                <a16:creationId xmlns:a16="http://schemas.microsoft.com/office/drawing/2014/main" id="{A0731A8F-A5F9-DD23-C897-CABCBA30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74040"/>
            <a:ext cx="12192000" cy="3983959"/>
          </a:xfrm>
          <a:custGeom xmlns:a="http://schemas.openxmlformats.org/drawingml/2006/main">
            <a:gdLst>
              <a:gd name="connsiteX0" fmla="*/ 0 w 12192000"/>
              <a:gd name="connsiteY0" fmla="*/ 0 h 3728466"/>
              <a:gd name="connsiteX1" fmla="*/ 12192000 w 12192000"/>
              <a:gd name="connsiteY1" fmla="*/ 0 h 3728466"/>
              <a:gd name="connsiteX2" fmla="*/ 12192000 w 12192000"/>
              <a:gd name="connsiteY2" fmla="*/ 3728466 h 3728466"/>
              <a:gd name="connsiteX3" fmla="*/ 0 w 12192000"/>
              <a:gd name="connsiteY3" fmla="*/ 3728466 h 3728466"/>
            </a:gdLst>
            <a:rect l="l" t="t" r="r" b="b"/>
            <a:pathLst>
              <a:path w="12192000" h="3728466">
                <a:moveTo>
                  <a:pt x="0" y="0"/>
                </a:moveTo>
                <a:lnTo>
                  <a:pt x="12192000" y="0"/>
                </a:lnTo>
                <a:lnTo>
                  <a:pt x="12192000" y="3728466"/>
                </a:lnTo>
                <a:lnTo>
                  <a:pt x="0" y="3728466"/>
                </a:ln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361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BDA3E75D-82B9-D08B-2F03-A683518AC717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1069848" y="1645920"/>
            <a:ext cx="2923908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62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B61B4DFE-D0E9-B57A-176A-09A1C664C95C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636008" y="1645920"/>
            <a:ext cx="292608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63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174E554B-4BD8-EF29-58CE-4FB93A18B3C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8202168" y="1645920"/>
            <a:ext cx="292608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6E6634D6-1ACC-26AC-A117-291B7F18458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3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B6D4833-11C2-F073-A788-EE5CF087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526723" y="6576851"/>
            <a:ext cx="28040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371" name="Graphic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8d893780e40e6">
            <a:extLst>
              <a:ext uri="{96DAC541-7B7A-43D3-8B79-37D633B846F1}">
                <asvg:svgBlip xmlns:asvg="http://schemas.microsoft.com/office/drawing/2016/SVG/main" r:embed="Rfcdf4db40c03495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693" y="6431818"/>
            <a:ext cx="1188988" cy="285824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364">
            <a:extLst xmlns:a="http://schemas.openxmlformats.org/drawingml/2006/main">
              <a:ext uri="{FF2B5EF4-FFF2-40B4-BE49-F238E27FC236}">
                <a16:creationId xmlns:a16="http://schemas.microsoft.com/office/drawing/2014/main" id="{87DB2D28-593F-795D-4528-4F36687F3FCB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1335024" y="4727448"/>
            <a:ext cx="2393950" cy="369332"/>
          </a:xfrm>
        </p:spPr>
        <p:txBody>
          <a:bodyPr xmlns:a="http://schemas.openxmlformats.org/drawingml/2006/main" tIns="91440" bIns="0">
            <a:no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10" name="Text Placeholder 364">
            <a:extLst xmlns:a="http://schemas.openxmlformats.org/drawingml/2006/main">
              <a:ext uri="{FF2B5EF4-FFF2-40B4-BE49-F238E27FC236}">
                <a16:creationId xmlns:a16="http://schemas.microsoft.com/office/drawing/2014/main" id="{7376F770-679C-5A79-745B-C16311760FBF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906516" y="4727448"/>
            <a:ext cx="2393950" cy="369332"/>
          </a:xfrm>
        </p:spPr>
        <p:txBody>
          <a:bodyPr xmlns:a="http://schemas.openxmlformats.org/drawingml/2006/main" tIns="91440" bIns="0">
            <a:no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11" name="Text Placeholder 364">
            <a:extLst xmlns:a="http://schemas.openxmlformats.org/drawingml/2006/main">
              <a:ext uri="{FF2B5EF4-FFF2-40B4-BE49-F238E27FC236}">
                <a16:creationId xmlns:a16="http://schemas.microsoft.com/office/drawing/2014/main" id="{BE984742-C45A-DB0D-15F8-E82D7B9C2FC6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8458200" y="4727448"/>
            <a:ext cx="2393950" cy="369332"/>
          </a:xfrm>
        </p:spPr>
        <p:txBody>
          <a:bodyPr xmlns:a="http://schemas.openxmlformats.org/drawingml/2006/main" tIns="91440" bIns="0">
            <a:no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3-Image Series B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Graphic 2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51f285ccb45b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685523" cy="8863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526723" y="6576851"/>
            <a:ext cx="28040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22" name="Graphic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dc48ffe01415f">
            <a:extLst>
              <a:ext uri="{96DAC541-7B7A-43D3-8B79-37D633B846F1}">
                <asvg:svgBlip xmlns:asvg="http://schemas.microsoft.com/office/drawing/2016/SVG/main" r:embed="Re0bb765b258e456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693" y="6431818"/>
            <a:ext cx="1188988" cy="285824"/>
          </a:xfrm>
          <a:prstGeom xmlns:a="http://schemas.openxmlformats.org/drawingml/2006/main" prst="rect">
            <a:avLst/>
          </a:prstGeom>
        </p:spPr>
      </p:pic>
      <p:sp>
        <p:nvSpPr>
          <p:cNvPr id="5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B6C3CAB0-9F19-5F7D-262F-075849CDF9D2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1069848" y="1645920"/>
            <a:ext cx="2923908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2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F6D66F89-B82D-509A-9415-1271514F009C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636008" y="1645920"/>
            <a:ext cx="292608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3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5B2950D5-5445-9250-7264-D5F1C7CFF62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8202168" y="1645920"/>
            <a:ext cx="292608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4" name="Text Placeholder 364">
            <a:extLst xmlns:a="http://schemas.openxmlformats.org/drawingml/2006/main">
              <a:ext uri="{FF2B5EF4-FFF2-40B4-BE49-F238E27FC236}">
                <a16:creationId xmlns:a16="http://schemas.microsoft.com/office/drawing/2014/main" id="{00EE450A-4A48-CD8F-195B-EFA7253FE33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1335024" y="4727448"/>
            <a:ext cx="2393950" cy="369332"/>
          </a:xfrm>
        </p:spPr>
        <p:txBody>
          <a:bodyPr xmlns:a="http://schemas.openxmlformats.org/drawingml/2006/main" tIns="91440" bIns="0">
            <a:no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15" name="Text Placeholder 364">
            <a:extLst xmlns:a="http://schemas.openxmlformats.org/drawingml/2006/main">
              <a:ext uri="{FF2B5EF4-FFF2-40B4-BE49-F238E27FC236}">
                <a16:creationId xmlns:a16="http://schemas.microsoft.com/office/drawing/2014/main" id="{6D24BE53-367A-F7EE-4A10-86C720DD949F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906516" y="4727448"/>
            <a:ext cx="2393950" cy="369332"/>
          </a:xfrm>
        </p:spPr>
        <p:txBody>
          <a:bodyPr xmlns:a="http://schemas.openxmlformats.org/drawingml/2006/main" tIns="91440" bIns="0">
            <a:no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16" name="Text Placeholder 364">
            <a:extLst xmlns:a="http://schemas.openxmlformats.org/drawingml/2006/main">
              <a:ext uri="{FF2B5EF4-FFF2-40B4-BE49-F238E27FC236}">
                <a16:creationId xmlns:a16="http://schemas.microsoft.com/office/drawing/2014/main" id="{C5AB6D40-14EE-39E1-1C1E-DD4771CAD98A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8458200" y="4727448"/>
            <a:ext cx="2393950" cy="369332"/>
          </a:xfrm>
        </p:spPr>
        <p:txBody>
          <a:bodyPr xmlns:a="http://schemas.openxmlformats.org/drawingml/2006/main" tIns="91440" bIns="0">
            <a:no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3-Image Series C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Freeform 123">
            <a:extLst xmlns:a="http://schemas.openxmlformats.org/drawingml/2006/main"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685523" cy="9175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526723" y="6576851"/>
            <a:ext cx="28040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129" name="Graphic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e5bc3052f4c71">
            <a:extLst>
              <a:ext uri="{96DAC541-7B7A-43D3-8B79-37D633B846F1}">
                <asvg:svgBlip xmlns:asvg="http://schemas.microsoft.com/office/drawing/2016/SVG/main" r:embed="R48f076e01dce480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693" y="6431818"/>
            <a:ext cx="1188988" cy="285824"/>
          </a:xfrm>
          <a:prstGeom xmlns:a="http://schemas.openxmlformats.org/drawingml/2006/main" prst="rect">
            <a:avLst/>
          </a:prstGeom>
        </p:spPr>
      </p:pic>
      <p:sp>
        <p:nvSpPr>
          <p:cNvPr id="5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62FE7C8B-D853-CA32-F02A-E0E431FE24C2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1069848" y="1645920"/>
            <a:ext cx="2923908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2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25985483-66E5-0277-9E8E-8234D001A489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636008" y="1645920"/>
            <a:ext cx="292608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3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E1C6DB72-7F04-7416-51DB-F05F0035A595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8202168" y="1645920"/>
            <a:ext cx="292608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4" name="Text Placeholder 364">
            <a:extLst xmlns:a="http://schemas.openxmlformats.org/drawingml/2006/main">
              <a:ext uri="{FF2B5EF4-FFF2-40B4-BE49-F238E27FC236}">
                <a16:creationId xmlns:a16="http://schemas.microsoft.com/office/drawing/2014/main" id="{D0DEB0A1-96DC-E93B-DFED-C24D86572DC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1335024" y="4727448"/>
            <a:ext cx="2393950" cy="369332"/>
          </a:xfrm>
        </p:spPr>
        <p:txBody>
          <a:bodyPr xmlns:a="http://schemas.openxmlformats.org/drawingml/2006/main" tIns="91440" bIns="0">
            <a:no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15" name="Text Placeholder 364">
            <a:extLst xmlns:a="http://schemas.openxmlformats.org/drawingml/2006/main">
              <a:ext uri="{FF2B5EF4-FFF2-40B4-BE49-F238E27FC236}">
                <a16:creationId xmlns:a16="http://schemas.microsoft.com/office/drawing/2014/main" id="{1A9B287A-BCA2-477B-B96F-5895AA3949F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906516" y="4727448"/>
            <a:ext cx="2393950" cy="369332"/>
          </a:xfrm>
        </p:spPr>
        <p:txBody>
          <a:bodyPr xmlns:a="http://schemas.openxmlformats.org/drawingml/2006/main" tIns="91440" bIns="0">
            <a:no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16" name="Text Placeholder 364">
            <a:extLst xmlns:a="http://schemas.openxmlformats.org/drawingml/2006/main">
              <a:ext uri="{FF2B5EF4-FFF2-40B4-BE49-F238E27FC236}">
                <a16:creationId xmlns:a16="http://schemas.microsoft.com/office/drawing/2014/main" id="{058C8352-E125-59CC-3CDA-4422103AE837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8458200" y="4727448"/>
            <a:ext cx="2393950" cy="369332"/>
          </a:xfrm>
        </p:spPr>
        <p:txBody>
          <a:bodyPr xmlns:a="http://schemas.openxmlformats.org/drawingml/2006/main" tIns="91440" bIns="0">
            <a:no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-Image Series Stacke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Freeform 123">
            <a:extLst xmlns:a="http://schemas.openxmlformats.org/drawingml/2006/main"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526723" y="6576851"/>
            <a:ext cx="28040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128" name="Graphic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b12a926b540ad">
            <a:extLst>
              <a:ext uri="{96DAC541-7B7A-43D3-8B79-37D633B846F1}">
                <asvg:svgBlip xmlns:asvg="http://schemas.microsoft.com/office/drawing/2016/SVG/main" r:embed="Rdad9994cb902423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693" y="6431818"/>
            <a:ext cx="1188988" cy="285824"/>
          </a:xfrm>
          <a:prstGeom xmlns:a="http://schemas.openxmlformats.org/drawingml/2006/main" prst="rect">
            <a:avLst/>
          </a:prstGeom>
        </p:spPr>
      </p:pic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F127BAF7-7A03-B6B3-4688-2EC146E8747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17" name="Picture Placeholder 122">
            <a:extLst xmlns:a="http://schemas.openxmlformats.org/drawingml/2006/main">
              <a:ext uri="{FF2B5EF4-FFF2-40B4-BE49-F238E27FC236}">
                <a16:creationId xmlns:a16="http://schemas.microsoft.com/office/drawing/2014/main" id="{87D78755-2DCD-D8CC-0E1B-26B8798C9E36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707498" y="1371574"/>
            <a:ext cx="3075236" cy="14904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32" name="Picture Placeholder 122">
            <a:extLst xmlns:a="http://schemas.openxmlformats.org/drawingml/2006/main">
              <a:ext uri="{FF2B5EF4-FFF2-40B4-BE49-F238E27FC236}">
                <a16:creationId xmlns:a16="http://schemas.microsoft.com/office/drawing/2014/main" id="{A646BC9C-4F8B-B5BA-4137-4E5CE8FA2E83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5451474" y="3039052"/>
            <a:ext cx="3075236" cy="14904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33" name="Picture Placeholder 122">
            <a:extLst xmlns:a="http://schemas.openxmlformats.org/drawingml/2006/main">
              <a:ext uri="{FF2B5EF4-FFF2-40B4-BE49-F238E27FC236}">
                <a16:creationId xmlns:a16="http://schemas.microsoft.com/office/drawing/2014/main" id="{30C68DC1-70B2-C7B0-A2FE-80122E4F85AF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7196136" y="4707798"/>
            <a:ext cx="3075236" cy="14904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46ACBB2B-C7F0-E810-9B2C-BD70D1820D4F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1962830" y="1376146"/>
            <a:ext cx="1744662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lIns="91440" tIns="182880" rIns="91440" bIns="182880">
            <a:noAutofit/>
          </a:bodyPr>
          <a:lstStyle xmlns:a="http://schemas.openxmlformats.org/drawingml/2006/main"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6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A5AB8117-0D0B-F4A2-5D9D-8D07A6153612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3707492" y="3043624"/>
            <a:ext cx="1744662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lIns="91440" tIns="182880" rIns="91440" bIns="182880">
            <a:noAutofit/>
          </a:bodyPr>
          <a:lstStyle xmlns:a="http://schemas.openxmlformats.org/drawingml/2006/main"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8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269DCCB0-CA4C-C341-313C-4C6AB851C3F8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5451474" y="4712370"/>
            <a:ext cx="1744662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91440" tIns="182880" rIns="91440" bIns="182880">
            <a:noAutofit/>
          </a:bodyPr>
          <a:lstStyle xmlns:a="http://schemas.openxmlformats.org/drawingml/2006/main"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4-Image Series Color Box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580965" y="1758896"/>
            <a:ext cx="2194560" cy="1874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3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939E5704-91D7-1C33-1BB9-D89551BB48DB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3580965" y="3911299"/>
            <a:ext cx="2194560" cy="1874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4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18357D60-C329-E014-7EC4-02AD7930A529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8521865" y="1758896"/>
            <a:ext cx="2194560" cy="1874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5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1823B7A0-FA70-81A4-C409-2C310328D23B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8521865" y="3911299"/>
            <a:ext cx="2194560" cy="1874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24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84D16B10-4114-3D13-50FC-848A8724398C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384410" y="3911299"/>
            <a:ext cx="2192338" cy="1873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</p:spPr>
        <p:txBody>
          <a:bodyPr xmlns:a="http://schemas.openxmlformats.org/drawingml/2006/main" lIns="182880" tIns="182880" rIns="182880"/>
          <a:lstStyle xmlns:a="http://schemas.openxmlformats.org/drawingml/2006/main"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27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069C9FFD-3BEB-F410-9877-CC941D3224B1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329527" y="1758896"/>
            <a:ext cx="2192338" cy="1873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 lIns="182880" tIns="182880" rIns="182880"/>
          <a:lstStyle xmlns:a="http://schemas.openxmlformats.org/drawingml/2006/main"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28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C39CDA33-6D16-DEAF-0280-749663549D57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329527" y="3911299"/>
            <a:ext cx="2192338" cy="1873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lIns="182880" tIns="182880" rIns="182880"/>
          <a:lstStyle xmlns:a="http://schemas.openxmlformats.org/drawingml/2006/main">
            <a:lvl1pPr marL="0" indent="0">
              <a:buNone/>
              <a:defRPr sz="1800" b="1" i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3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FD3A4D06-1EC0-67D1-BF1F-4A91D1E3414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384410" y="1758896"/>
            <a:ext cx="2192338" cy="18732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  <p:txBody>
          <a:bodyPr xmlns:a="http://schemas.openxmlformats.org/drawingml/2006/main" lIns="182880" tIns="182880" rIns="182880"/>
          <a:lstStyle xmlns:a="http://schemas.openxmlformats.org/drawingml/2006/main"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6-Image Series Color B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1468099" y="1465385"/>
            <a:ext cx="2658427" cy="15474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9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26F353B8-FF4B-42ED-1CE7-EDC4F7EF61D1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1468099" y="3012831"/>
            <a:ext cx="2658427" cy="6569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  <p:txBody>
          <a:bodyPr xmlns:a="http://schemas.openxmlformats.org/drawingml/2006/main" lIns="91440" tIns="91440" rIns="91440" bIns="91440"/>
          <a:lstStyle xmlns:a="http://schemas.openxmlformats.org/drawingml/2006/main"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11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6E81FCDA-4DA3-AB4A-5D95-88A3FEFC3A25}"/>
              </a:ext>
            </a:extLst>
          </p:cNvPr>
          <p:cNvSpPr>
            <a:spLocks xmlns:a="http://schemas.openxmlformats.org/drawingml/2006/main" noGrp="1"/>
          </p:cNvSpPr>
          <p:nvPr>
            <p:ph type="pic" idx="19"/>
          </p:nvPr>
        </p:nvSpPr>
        <p:spPr>
          <a:xfrm xmlns:a="http://schemas.openxmlformats.org/drawingml/2006/main">
            <a:off x="1468099" y="3960136"/>
            <a:ext cx="2658427" cy="15474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6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3F669257-B949-89C3-AFAB-C056282DB494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1468099" y="5507582"/>
            <a:ext cx="2658427" cy="6569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lIns="91440" tIns="91440" rIns="91440" bIns="91440"/>
          <a:lstStyle xmlns:a="http://schemas.openxmlformats.org/drawingml/2006/main">
            <a:lvl1pPr marL="0" indent="0" algn="ctr">
              <a:buNone/>
              <a:defRPr sz="1800" b="1" i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17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13D2DA25-934B-21FF-2966-29EF546C487A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4766787" y="1465385"/>
            <a:ext cx="2658427" cy="15474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8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17D533C8-B6CD-B35B-9678-CFA2D4FF71A7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766787" y="3012831"/>
            <a:ext cx="2658427" cy="6569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91440" tIns="91440" rIns="91440" bIns="91440"/>
          <a:lstStyle xmlns:a="http://schemas.openxmlformats.org/drawingml/2006/main"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19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FFFA52E8-8238-7D32-74C3-C442340BACDD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4766787" y="3960136"/>
            <a:ext cx="2658427" cy="15474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0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EAA931B9-F65E-5FA9-1A52-F298BEA03A31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4766787" y="5507582"/>
            <a:ext cx="2658427" cy="6569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lIns="91440" tIns="91440" rIns="91440" bIns="91440"/>
          <a:lstStyle xmlns:a="http://schemas.openxmlformats.org/drawingml/2006/main">
            <a:lvl1pPr marL="0" indent="0" algn="ctr">
              <a:buNone/>
              <a:defRPr sz="1800" b="1" i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21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E2163388-A63C-577D-E1F5-098DA5ECC07B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8065474" y="1465385"/>
            <a:ext cx="2658427" cy="15474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2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6A354D75-2850-EFEF-9B6E-16282EFCDE4B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8065474" y="3012831"/>
            <a:ext cx="2658427" cy="6569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</p:spPr>
        <p:txBody>
          <a:bodyPr xmlns:a="http://schemas.openxmlformats.org/drawingml/2006/main" lIns="91440" tIns="91440" rIns="91440" bIns="91440"/>
          <a:lstStyle xmlns:a="http://schemas.openxmlformats.org/drawingml/2006/main"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23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FBABECBC-CDDA-6887-FB75-25BC231CEC93}"/>
              </a:ext>
            </a:extLst>
          </p:cNvPr>
          <p:cNvSpPr>
            <a:spLocks xmlns:a="http://schemas.openxmlformats.org/drawingml/2006/main" noGrp="1"/>
          </p:cNvSpPr>
          <p:nvPr>
            <p:ph type="pic" idx="27"/>
          </p:nvPr>
        </p:nvSpPr>
        <p:spPr>
          <a:xfrm xmlns:a="http://schemas.openxmlformats.org/drawingml/2006/main">
            <a:off x="8065474" y="3960136"/>
            <a:ext cx="2658427" cy="15474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5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AA63FF33-3432-1D2E-53DE-B6F0895069F1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8065474" y="5507582"/>
            <a:ext cx="2658427" cy="6569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tIns="91440" rIns="91440" bIns="91440"/>
          <a:lstStyle xmlns:a="http://schemas.openxmlformats.org/drawingml/2006/main"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10-Portrait Seri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1510445" y="1682263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454D37D-9760-333D-5D98-7361CD68B94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510079" y="3107592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7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25194CC7-DFDD-41E3-3F16-A4BAED70D310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409584" y="1682263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59FEBC2-FFA2-F082-C0B4-490D9C6E368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3409218" y="3107592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10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9E7760E5-8579-2ACD-19F1-A979EC595A81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5308182" y="1682263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21DEBE6-249D-E1B1-4B52-A019B44949CF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307640" y="3107592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14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EB7AC011-2F57-EC56-91F9-A965565A4061}"/>
              </a:ext>
            </a:extLst>
          </p:cNvPr>
          <p:cNvSpPr>
            <a:spLocks xmlns:a="http://schemas.openxmlformats.org/drawingml/2006/main" noGrp="1"/>
          </p:cNvSpPr>
          <p:nvPr>
            <p:ph type="pic" idx="19"/>
          </p:nvPr>
        </p:nvSpPr>
        <p:spPr>
          <a:xfrm xmlns:a="http://schemas.openxmlformats.org/drawingml/2006/main">
            <a:off x="7206077" y="1682263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59762E5-F688-DBA8-4C37-B3A3C58F18B9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7205711" y="3107592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24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8A47F1D3-73AD-F467-48EE-D2074775291F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9103782" y="1682263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6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4A73141-DACC-B694-EAA5-D499AAA41AA2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9103416" y="3107592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3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50C0265D-4C37-A6EB-018A-088C3665D77B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1510079" y="3970677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171DB7C-B77B-BA2F-D42D-E70799E1CF45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1509713" y="5396006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6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54228786-C065-7CF8-8C9C-C9622BDB5F7E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3409218" y="3970677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9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C03BA11-280F-ED2F-8FE5-AD08B0D44816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3408852" y="5396006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11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D0FFE670-33BD-AB72-DB9E-26A7E5785E56}"/>
              </a:ext>
            </a:extLst>
          </p:cNvPr>
          <p:cNvSpPr>
            <a:spLocks xmlns:a="http://schemas.openxmlformats.org/drawingml/2006/main" noGrp="1"/>
          </p:cNvSpPr>
          <p:nvPr>
            <p:ph type="pic" idx="27"/>
          </p:nvPr>
        </p:nvSpPr>
        <p:spPr>
          <a:xfrm xmlns:a="http://schemas.openxmlformats.org/drawingml/2006/main">
            <a:off x="5307816" y="3970677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6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6FD3033-3412-943B-9B60-3555F20EAC66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5307274" y="5396006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17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D90F4C59-A65F-7802-34A6-70D69C5041A5}"/>
              </a:ext>
            </a:extLst>
          </p:cNvPr>
          <p:cNvSpPr>
            <a:spLocks xmlns:a="http://schemas.openxmlformats.org/drawingml/2006/main" noGrp="1"/>
          </p:cNvSpPr>
          <p:nvPr>
            <p:ph type="pic" idx="29"/>
          </p:nvPr>
        </p:nvSpPr>
        <p:spPr>
          <a:xfrm xmlns:a="http://schemas.openxmlformats.org/drawingml/2006/main">
            <a:off x="7205711" y="3970677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34846F9-F8EB-3656-08DF-03E1A00CD633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7205345" y="5396006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19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9694CBBD-6AE6-ADDC-80FB-FDFA2458BCB3}"/>
              </a:ext>
            </a:extLst>
          </p:cNvPr>
          <p:cNvSpPr>
            <a:spLocks xmlns:a="http://schemas.openxmlformats.org/drawingml/2006/main" noGrp="1"/>
          </p:cNvSpPr>
          <p:nvPr>
            <p:ph type="pic" idx="31"/>
          </p:nvPr>
        </p:nvSpPr>
        <p:spPr>
          <a:xfrm xmlns:a="http://schemas.openxmlformats.org/drawingml/2006/main">
            <a:off x="9103416" y="3970677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0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DB0CCF3-7E0B-FACF-F244-CCF6EC2D9306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9103050" y="5396006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14-Portrait Seri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14691" y="1676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 message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454D37D-9760-333D-5D98-7361CD68B94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14325" y="3101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7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25194CC7-DFDD-41E3-3F16-A4BAED70D310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1991091" y="1676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59FEBC2-FFA2-F082-C0B4-490D9C6E368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990725" y="3101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10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9E7760E5-8579-2ACD-19F1-A979EC595A81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3667491" y="1676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21DEBE6-249D-E1B1-4B52-A019B44949CF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667125" y="3101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14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EB7AC011-2F57-EC56-91F9-A965565A4061}"/>
              </a:ext>
            </a:extLst>
          </p:cNvPr>
          <p:cNvSpPr>
            <a:spLocks xmlns:a="http://schemas.openxmlformats.org/drawingml/2006/main" noGrp="1"/>
          </p:cNvSpPr>
          <p:nvPr>
            <p:ph type="pic" idx="19"/>
          </p:nvPr>
        </p:nvSpPr>
        <p:spPr>
          <a:xfrm xmlns:a="http://schemas.openxmlformats.org/drawingml/2006/main">
            <a:off x="5343891" y="1676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1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59762E5-F688-DBA8-4C37-B3A3C58F18B9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5343525" y="3101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24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8A47F1D3-73AD-F467-48EE-D2074775291F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7020291" y="1676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6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4A73141-DACC-B694-EAA5-D499AAA41AA2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7019925" y="3101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27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7EDA5855-F73F-935A-1566-720D38EC07DF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8696325" y="1676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A7A6897-50BB-69EA-CE0D-8428224909F6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8695959" y="3101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29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D09EF4CE-B526-1CEA-9EDD-34A61A70EE7C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10371993" y="1676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30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93FC27B-1624-B783-DF96-5521C31FB6AD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10371627" y="3101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31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5A8BA158-C0D0-7A81-D0D2-8428A63A3D75}"/>
              </a:ext>
            </a:extLst>
          </p:cNvPr>
          <p:cNvSpPr>
            <a:spLocks xmlns:a="http://schemas.openxmlformats.org/drawingml/2006/main" noGrp="1"/>
          </p:cNvSpPr>
          <p:nvPr>
            <p:ph type="pic" idx="27"/>
          </p:nvPr>
        </p:nvSpPr>
        <p:spPr>
          <a:xfrm xmlns:a="http://schemas.openxmlformats.org/drawingml/2006/main">
            <a:off x="317151" y="3962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32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9D4BA50-34B9-66B8-EAF5-82AF534969D1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316785" y="5387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33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9764F327-567A-B4BD-324B-5E6E4A38AE8A}"/>
              </a:ext>
            </a:extLst>
          </p:cNvPr>
          <p:cNvSpPr>
            <a:spLocks xmlns:a="http://schemas.openxmlformats.org/drawingml/2006/main" noGrp="1"/>
          </p:cNvSpPr>
          <p:nvPr>
            <p:ph type="pic" idx="29"/>
          </p:nvPr>
        </p:nvSpPr>
        <p:spPr>
          <a:xfrm xmlns:a="http://schemas.openxmlformats.org/drawingml/2006/main">
            <a:off x="1993551" y="3962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34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1407771-83D8-01C3-0563-CE45ADD67E2A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1993185" y="5387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35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053F6908-A1A4-51D5-C068-74AE8BBE8575}"/>
              </a:ext>
            </a:extLst>
          </p:cNvPr>
          <p:cNvSpPr>
            <a:spLocks xmlns:a="http://schemas.openxmlformats.org/drawingml/2006/main" noGrp="1"/>
          </p:cNvSpPr>
          <p:nvPr>
            <p:ph type="pic" idx="31"/>
          </p:nvPr>
        </p:nvSpPr>
        <p:spPr>
          <a:xfrm xmlns:a="http://schemas.openxmlformats.org/drawingml/2006/main">
            <a:off x="3669951" y="3962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36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159B219-D993-9F5C-A25E-271704131301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3669585" y="5387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37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3B1CFCF1-1BBA-A77B-07C5-CE89C6D37D8E}"/>
              </a:ext>
            </a:extLst>
          </p:cNvPr>
          <p:cNvSpPr>
            <a:spLocks xmlns:a="http://schemas.openxmlformats.org/drawingml/2006/main" noGrp="1"/>
          </p:cNvSpPr>
          <p:nvPr>
            <p:ph type="pic" idx="33"/>
          </p:nvPr>
        </p:nvSpPr>
        <p:spPr>
          <a:xfrm xmlns:a="http://schemas.openxmlformats.org/drawingml/2006/main">
            <a:off x="5346351" y="3962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3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24D5DB3-FDA3-34E1-683B-AF880C6B5647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5345985" y="5387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39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CD18FDA3-0BAD-70CF-4A1C-E0AC365F43EC}"/>
              </a:ext>
            </a:extLst>
          </p:cNvPr>
          <p:cNvSpPr>
            <a:spLocks xmlns:a="http://schemas.openxmlformats.org/drawingml/2006/main" noGrp="1"/>
          </p:cNvSpPr>
          <p:nvPr>
            <p:ph type="pic" idx="35"/>
          </p:nvPr>
        </p:nvSpPr>
        <p:spPr>
          <a:xfrm xmlns:a="http://schemas.openxmlformats.org/drawingml/2006/main">
            <a:off x="7022751" y="3962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0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C7D472D-B446-D4C9-7FEA-8337576DA47E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7022385" y="5387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41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00CD14FC-B345-724A-1702-9ECB7309E7BA}"/>
              </a:ext>
            </a:extLst>
          </p:cNvPr>
          <p:cNvSpPr>
            <a:spLocks xmlns:a="http://schemas.openxmlformats.org/drawingml/2006/main" noGrp="1"/>
          </p:cNvSpPr>
          <p:nvPr>
            <p:ph type="pic" idx="37"/>
          </p:nvPr>
        </p:nvSpPr>
        <p:spPr>
          <a:xfrm xmlns:a="http://schemas.openxmlformats.org/drawingml/2006/main">
            <a:off x="8698785" y="3962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2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39A6918-941C-CFDA-46B7-7B3F5821B260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8698419" y="5387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  <p:sp>
        <p:nvSpPr>
          <p:cNvPr id="43" name="Picture Placeholder 360">
            <a:extLst xmlns:a="http://schemas.openxmlformats.org/drawingml/2006/main">
              <a:ext uri="{FF2B5EF4-FFF2-40B4-BE49-F238E27FC236}">
                <a16:creationId xmlns:a16="http://schemas.microsoft.com/office/drawing/2014/main" id="{13F06704-FC82-77D6-CD12-259FDE55A8D4}"/>
              </a:ext>
            </a:extLst>
          </p:cNvPr>
          <p:cNvSpPr>
            <a:spLocks xmlns:a="http://schemas.openxmlformats.org/drawingml/2006/main" noGrp="1"/>
          </p:cNvSpPr>
          <p:nvPr>
            <p:ph type="pic" idx="39"/>
          </p:nvPr>
        </p:nvSpPr>
        <p:spPr>
          <a:xfrm xmlns:a="http://schemas.openxmlformats.org/drawingml/2006/main">
            <a:off x="10374453" y="3962401"/>
            <a:ext cx="1411061" cy="14081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4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AE33098-4EF0-1E1A-7F23-76F0D50AACBE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0374087" y="5387730"/>
            <a:ext cx="1412144" cy="321408"/>
          </a:xfrm>
        </p:spPr>
        <p:txBody>
          <a:bodyPr xmlns:a="http://schemas.openxmlformats.org/drawingml/2006/main" tIns="91440"/>
          <a:lstStyle xmlns:a="http://schemas.openxmlformats.org/drawingml/2006/main"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 xmlns:a="http://schemas.openxmlformats.org/drawingml/2006/main">
            <a:pPr lvl="0">
              <a:buNone/>
            </a:pPr>
            <a:r>
              <a:t>First Name, Last Name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Conclusion | Aerial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2caa6e17d4bd5"/>
          <a:srcRect xmlns:a="http://schemas.openxmlformats.org/drawingml/2006/main" l="0" t="9089" r="0" b="206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14"/>
            <a:ext cx="12192000" cy="6857172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55388" y="2258209"/>
            <a:ext cx="12081224" cy="664797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ctr">
              <a:spcBef>
                <a:spcPts val="1200"/>
              </a:spcBef>
              <a:spcAft>
                <a:spcPts val="6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statement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4437" y="2922742"/>
            <a:ext cx="12063127" cy="397032"/>
          </a:xfrm>
        </p:spPr>
        <p:txBody>
          <a:bodyPr xmlns:a="http://schemas.openxmlformats.org/drawingml/2006/main" tIns="91440" anchor="t">
            <a:noAutofit/>
          </a:bodyPr>
          <a:lstStyle xmlns:a="http://schemas.openxmlformats.org/drawingml/2006/main">
            <a:lvl1pPr marL="0" indent="0" algn="ctr">
              <a:spcBef>
                <a:spcPts val="1200"/>
              </a:spcBef>
              <a:spcAft>
                <a:spcPts val="60"/>
              </a:spcAft>
              <a:buNone/>
              <a:defRPr sz="2200" b="1" spc="3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818" y="3468601"/>
            <a:ext cx="854364" cy="719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Conclusion | Hexag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3" name="Graphic 2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d6dea82a3429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71230B-9536-B5A5-160D-DBECD2D263E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73157" y="2624569"/>
            <a:ext cx="11045686" cy="49859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ctr">
              <a:buNone/>
              <a:defRPr sz="3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One-sentence headline stating the main takeaway</a:t>
            </a:r>
          </a:p>
        </p:txBody>
      </p:sp>
      <p:sp>
        <p:nvSpPr>
          <p:cNvPr id="320" name="Text Placeholder 368">
            <a:extLst xmlns:a="http://schemas.openxmlformats.org/drawingml/2006/main">
              <a:ext uri="{FF2B5EF4-FFF2-40B4-BE49-F238E27FC236}">
                <a16:creationId xmlns:a16="http://schemas.microsoft.com/office/drawing/2014/main" id="{EE706859-C661-2A5C-56D3-6BE7DBBC71DD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56069" y="3774422"/>
            <a:ext cx="11062774" cy="249299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spcBef>
                <a:spcPts val="1200"/>
              </a:spcBef>
              <a:spcAft>
                <a:spcPts val="60"/>
              </a:spcAft>
              <a:buNone/>
              <a:defRPr sz="18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 xmlns:a="http://schemas.openxmlformats.org/drawingml/2006/main">
            <a:r>
              <a:t>Place content here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97D526D-05AB-C716-46F5-6CDC1D14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818" y="3393042"/>
            <a:ext cx="854364" cy="719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6C5D6D4-E7B7-6C45-59D0-554A5C06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526723" y="6576851"/>
            <a:ext cx="28040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000">
                <a:solidFill>
                  <a:schemeClr val="bg1"/>
                </a:solidFill>
                <a:latin typeface="Aptos Light"/>
                <a:ea typeface="Aptos Light"/>
                <a:cs typeface="Aptos Light"/>
              </a:rPr>
              <a:t>‹#›</a:t>
            </a:fld>
            <a:endParaRPr sz="1000">
              <a:solidFill>
                <a:schemeClr val="bg1"/>
              </a:solidFill>
              <a:latin typeface="Aptos Light"/>
              <a:ea typeface="Aptos Light"/>
              <a:cs typeface="Aptos Light"/>
            </a:endParaRPr>
          </a:p>
        </p:txBody>
      </p:sp>
      <p:pic>
        <p:nvPicPr>
          <p:cNvPr id="328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e647718434b74">
            <a:extLst>
              <a:ext uri="{96DAC541-7B7A-43D3-8B79-37D633B846F1}">
                <asvg:svgBlip xmlns:asvg="http://schemas.microsoft.com/office/drawing/2016/SVG/main" r:embed="R7d5341ef1e514c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693" y="6431818"/>
            <a:ext cx="1188988" cy="28582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9.xml><?xml version="1.0" encoding="utf-8"?>
<p:sldLayout xmlns:p="http://schemas.openxmlformats.org/presentationml/2006/main" preserve="1" userDrawn="1">
  <p:cSld name="Conclusion | Aerial + Social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ebaff86614f78"/>
          <a:srcRect xmlns:a="http://schemas.openxmlformats.org/drawingml/2006/main" l="4494" t="5003" r="5511" b="50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14"/>
            <a:ext cx="12192000" cy="6857172"/>
          </a:xfrm>
          <a:prstGeom xmlns:a="http://schemas.openxmlformats.org/drawingml/2006/main" prst="rect">
            <a:avLst/>
          </a:prstGeom>
        </p:spPr>
      </p:pic>
      <p:sp>
        <p:nvSpPr>
          <p:cNvPr id="120" name="Freeform 119">
            <a:extLst xmlns:a="http://schemas.openxmlformats.org/drawingml/2006/main">
              <a:ext uri="{FF2B5EF4-FFF2-40B4-BE49-F238E27FC236}">
                <a16:creationId xmlns:a16="http://schemas.microsoft.com/office/drawing/2014/main" id="{B35B19EB-28CC-5046-67D8-0AC0F092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4832" y="2157404"/>
            <a:ext cx="1173737" cy="1173735"/>
          </a:xfrm>
          <a:custGeom xmlns:a="http://schemas.openxmlformats.org/drawingml/2006/main">
            <a:gdLst>
              <a:gd name="connsiteX0" fmla="*/ 0 w 543306"/>
              <a:gd name="connsiteY0" fmla="*/ 0 h 543305"/>
              <a:gd name="connsiteX1" fmla="*/ 543306 w 543306"/>
              <a:gd name="connsiteY1" fmla="*/ 0 h 543305"/>
              <a:gd name="connsiteX2" fmla="*/ 543306 w 543306"/>
              <a:gd name="connsiteY2" fmla="*/ 543306 h 543305"/>
              <a:gd name="connsiteX3" fmla="*/ 0 w 543306"/>
              <a:gd name="connsiteY3" fmla="*/ 543306 h 543305"/>
            </a:gdLst>
            <a:rect l="l" t="t" r="r" b="b"/>
            <a:pathLst>
              <a:path w="543306" h="543305">
                <a:moveTo>
                  <a:pt x="0" y="0"/>
                </a:moveTo>
                <a:lnTo>
                  <a:pt x="543306" y="0"/>
                </a:lnTo>
                <a:lnTo>
                  <a:pt x="543306" y="543306"/>
                </a:lnTo>
                <a:lnTo>
                  <a:pt x="0" y="543306"/>
                </a:lnTo>
                <a:close/>
              </a:path>
            </a:pathLst>
          </a:custGeom>
          <a:solidFill xmlns:a="http://schemas.openxmlformats.org/drawingml/2006/main">
            <a:srgbClr val="007934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1" name="Freeform 120">
            <a:extLst xmlns:a="http://schemas.openxmlformats.org/drawingml/2006/main">
              <a:ext uri="{FF2B5EF4-FFF2-40B4-BE49-F238E27FC236}">
                <a16:creationId xmlns:a16="http://schemas.microsoft.com/office/drawing/2014/main" id="{9F8B7F74-14E3-0359-48F7-8887F481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6286" y="2346511"/>
            <a:ext cx="371228" cy="794933"/>
          </a:xfrm>
          <a:custGeom xmlns:a="http://schemas.openxmlformats.org/drawingml/2006/main">
            <a:gdLst>
              <a:gd name="connsiteX0" fmla="*/ 136975 w 171836"/>
              <a:gd name="connsiteY0" fmla="*/ 62674 h 367963"/>
              <a:gd name="connsiteX1" fmla="*/ 167646 w 171836"/>
              <a:gd name="connsiteY1" fmla="*/ 62674 h 367963"/>
              <a:gd name="connsiteX2" fmla="*/ 171837 w 171836"/>
              <a:gd name="connsiteY2" fmla="*/ 58483 h 367963"/>
              <a:gd name="connsiteX3" fmla="*/ 171837 w 171836"/>
              <a:gd name="connsiteY3" fmla="*/ 3905 h 367963"/>
              <a:gd name="connsiteX4" fmla="*/ 168027 w 171836"/>
              <a:gd name="connsiteY4" fmla="*/ 0 h 367963"/>
              <a:gd name="connsiteX5" fmla="*/ 104305 w 171836"/>
              <a:gd name="connsiteY5" fmla="*/ 667 h 367963"/>
              <a:gd name="connsiteX6" fmla="*/ 53156 w 171836"/>
              <a:gd name="connsiteY6" fmla="*/ 26670 h 367963"/>
              <a:gd name="connsiteX7" fmla="*/ 38392 w 171836"/>
              <a:gd name="connsiteY7" fmla="*/ 72580 h 367963"/>
              <a:gd name="connsiteX8" fmla="*/ 38392 w 171836"/>
              <a:gd name="connsiteY8" fmla="*/ 113633 h 367963"/>
              <a:gd name="connsiteX9" fmla="*/ 32105 w 171836"/>
              <a:gd name="connsiteY9" fmla="*/ 120205 h 367963"/>
              <a:gd name="connsiteX10" fmla="*/ 4483 w 171836"/>
              <a:gd name="connsiteY10" fmla="*/ 120015 h 367963"/>
              <a:gd name="connsiteX11" fmla="*/ 6 w 171836"/>
              <a:gd name="connsiteY11" fmla="*/ 124492 h 367963"/>
              <a:gd name="connsiteX12" fmla="*/ 6 w 171836"/>
              <a:gd name="connsiteY12" fmla="*/ 178403 h 367963"/>
              <a:gd name="connsiteX13" fmla="*/ 4959 w 171836"/>
              <a:gd name="connsiteY13" fmla="*/ 183166 h 367963"/>
              <a:gd name="connsiteX14" fmla="*/ 31915 w 171836"/>
              <a:gd name="connsiteY14" fmla="*/ 182975 h 367963"/>
              <a:gd name="connsiteX15" fmla="*/ 38106 w 171836"/>
              <a:gd name="connsiteY15" fmla="*/ 189167 h 367963"/>
              <a:gd name="connsiteX16" fmla="*/ 38011 w 171836"/>
              <a:gd name="connsiteY16" fmla="*/ 275558 h 367963"/>
              <a:gd name="connsiteX17" fmla="*/ 37915 w 171836"/>
              <a:gd name="connsiteY17" fmla="*/ 360807 h 367963"/>
              <a:gd name="connsiteX18" fmla="*/ 44773 w 171836"/>
              <a:gd name="connsiteY18" fmla="*/ 367951 h 367963"/>
              <a:gd name="connsiteX19" fmla="*/ 107924 w 171836"/>
              <a:gd name="connsiteY19" fmla="*/ 367951 h 367963"/>
              <a:gd name="connsiteX20" fmla="*/ 115354 w 171836"/>
              <a:gd name="connsiteY20" fmla="*/ 360617 h 367963"/>
              <a:gd name="connsiteX21" fmla="*/ 115258 w 171836"/>
              <a:gd name="connsiteY21" fmla="*/ 191452 h 367963"/>
              <a:gd name="connsiteX22" fmla="*/ 123164 w 171836"/>
              <a:gd name="connsiteY22" fmla="*/ 183737 h 367963"/>
              <a:gd name="connsiteX23" fmla="*/ 159931 w 171836"/>
              <a:gd name="connsiteY23" fmla="*/ 183737 h 367963"/>
              <a:gd name="connsiteX24" fmla="*/ 165836 w 171836"/>
              <a:gd name="connsiteY24" fmla="*/ 178975 h 367963"/>
              <a:gd name="connsiteX25" fmla="*/ 170980 w 171836"/>
              <a:gd name="connsiteY25" fmla="*/ 124682 h 367963"/>
              <a:gd name="connsiteX26" fmla="*/ 165455 w 171836"/>
              <a:gd name="connsiteY26" fmla="*/ 118872 h 367963"/>
              <a:gd name="connsiteX27" fmla="*/ 118878 w 171836"/>
              <a:gd name="connsiteY27" fmla="*/ 118967 h 367963"/>
              <a:gd name="connsiteX28" fmla="*/ 114115 w 171836"/>
              <a:gd name="connsiteY28" fmla="*/ 115348 h 367963"/>
              <a:gd name="connsiteX29" fmla="*/ 114592 w 171836"/>
              <a:gd name="connsiteY29" fmla="*/ 82867 h 367963"/>
              <a:gd name="connsiteX30" fmla="*/ 137166 w 171836"/>
              <a:gd name="connsiteY30" fmla="*/ 62389 h 367963"/>
            </a:gdLst>
            <a:rect l="l" t="t" r="r" b="b"/>
            <a:pathLst>
              <a:path w="171836" h="367963">
                <a:moveTo>
                  <a:pt x="136975" y="62674"/>
                </a:moveTo>
                <a:cubicBezTo>
                  <a:pt x="147167" y="62674"/>
                  <a:pt x="157454" y="62579"/>
                  <a:pt x="167646" y="62674"/>
                </a:cubicBezTo>
                <a:cubicBezTo>
                  <a:pt x="170789" y="62674"/>
                  <a:pt x="171837" y="61722"/>
                  <a:pt x="171837" y="58483"/>
                </a:cubicBezTo>
                <a:cubicBezTo>
                  <a:pt x="171742" y="40291"/>
                  <a:pt x="171742" y="22098"/>
                  <a:pt x="171837" y="3905"/>
                </a:cubicBezTo>
                <a:cubicBezTo>
                  <a:pt x="171837" y="1048"/>
                  <a:pt x="170980" y="0"/>
                  <a:pt x="168027" y="0"/>
                </a:cubicBezTo>
                <a:cubicBezTo>
                  <a:pt x="146786" y="190"/>
                  <a:pt x="125546" y="-286"/>
                  <a:pt x="104305" y="667"/>
                </a:cubicBezTo>
                <a:cubicBezTo>
                  <a:pt x="83635" y="1619"/>
                  <a:pt x="65729" y="9430"/>
                  <a:pt x="53156" y="26670"/>
                </a:cubicBezTo>
                <a:cubicBezTo>
                  <a:pt x="43154" y="40291"/>
                  <a:pt x="38677" y="55817"/>
                  <a:pt x="38392" y="72580"/>
                </a:cubicBezTo>
                <a:cubicBezTo>
                  <a:pt x="38106" y="86296"/>
                  <a:pt x="38106" y="100013"/>
                  <a:pt x="38392" y="113633"/>
                </a:cubicBezTo>
                <a:cubicBezTo>
                  <a:pt x="38487" y="118586"/>
                  <a:pt x="37439" y="120491"/>
                  <a:pt x="32105" y="120205"/>
                </a:cubicBezTo>
                <a:cubicBezTo>
                  <a:pt x="22961" y="119729"/>
                  <a:pt x="13722" y="120205"/>
                  <a:pt x="4483" y="120015"/>
                </a:cubicBezTo>
                <a:cubicBezTo>
                  <a:pt x="958" y="120015"/>
                  <a:pt x="-89" y="121063"/>
                  <a:pt x="6" y="124492"/>
                </a:cubicBezTo>
                <a:cubicBezTo>
                  <a:pt x="197" y="142494"/>
                  <a:pt x="197" y="160496"/>
                  <a:pt x="6" y="178403"/>
                </a:cubicBezTo>
                <a:cubicBezTo>
                  <a:pt x="6" y="182213"/>
                  <a:pt x="1339" y="183261"/>
                  <a:pt x="4959" y="183166"/>
                </a:cubicBezTo>
                <a:cubicBezTo>
                  <a:pt x="13913" y="182975"/>
                  <a:pt x="22961" y="183356"/>
                  <a:pt x="31915" y="182975"/>
                </a:cubicBezTo>
                <a:cubicBezTo>
                  <a:pt x="36772" y="182785"/>
                  <a:pt x="38106" y="184309"/>
                  <a:pt x="38106" y="189167"/>
                </a:cubicBezTo>
                <a:cubicBezTo>
                  <a:pt x="37915" y="217932"/>
                  <a:pt x="38011" y="246793"/>
                  <a:pt x="38011" y="275558"/>
                </a:cubicBezTo>
                <a:cubicBezTo>
                  <a:pt x="38011" y="304324"/>
                  <a:pt x="38106" y="332327"/>
                  <a:pt x="37915" y="360807"/>
                </a:cubicBezTo>
                <a:cubicBezTo>
                  <a:pt x="37915" y="366141"/>
                  <a:pt x="38868" y="368141"/>
                  <a:pt x="44773" y="367951"/>
                </a:cubicBezTo>
                <a:cubicBezTo>
                  <a:pt x="65824" y="367570"/>
                  <a:pt x="86874" y="367570"/>
                  <a:pt x="107924" y="367951"/>
                </a:cubicBezTo>
                <a:cubicBezTo>
                  <a:pt x="113830" y="368046"/>
                  <a:pt x="115354" y="366617"/>
                  <a:pt x="115354" y="360617"/>
                </a:cubicBezTo>
                <a:cubicBezTo>
                  <a:pt x="115068" y="304229"/>
                  <a:pt x="115163" y="247841"/>
                  <a:pt x="115258" y="191452"/>
                </a:cubicBezTo>
                <a:cubicBezTo>
                  <a:pt x="115258" y="182499"/>
                  <a:pt x="114401" y="183833"/>
                  <a:pt x="123164" y="183737"/>
                </a:cubicBezTo>
                <a:cubicBezTo>
                  <a:pt x="135451" y="183737"/>
                  <a:pt x="147643" y="183642"/>
                  <a:pt x="159931" y="183737"/>
                </a:cubicBezTo>
                <a:cubicBezTo>
                  <a:pt x="163646" y="183737"/>
                  <a:pt x="165455" y="182975"/>
                  <a:pt x="165836" y="178975"/>
                </a:cubicBezTo>
                <a:cubicBezTo>
                  <a:pt x="167360" y="160877"/>
                  <a:pt x="169075" y="142780"/>
                  <a:pt x="170980" y="124682"/>
                </a:cubicBezTo>
                <a:cubicBezTo>
                  <a:pt x="171456" y="119920"/>
                  <a:pt x="170027" y="118872"/>
                  <a:pt x="165455" y="118872"/>
                </a:cubicBezTo>
                <a:cubicBezTo>
                  <a:pt x="149930" y="119158"/>
                  <a:pt x="134404" y="118872"/>
                  <a:pt x="118878" y="118967"/>
                </a:cubicBezTo>
                <a:cubicBezTo>
                  <a:pt x="116306" y="118967"/>
                  <a:pt x="114020" y="119253"/>
                  <a:pt x="114115" y="115348"/>
                </a:cubicBezTo>
                <a:cubicBezTo>
                  <a:pt x="114401" y="104489"/>
                  <a:pt x="113830" y="93631"/>
                  <a:pt x="114592" y="82867"/>
                </a:cubicBezTo>
                <a:cubicBezTo>
                  <a:pt x="115449" y="69437"/>
                  <a:pt x="123545" y="62389"/>
                  <a:pt x="137166" y="6238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2" name="Freeform 121">
            <a:extLst xmlns:a="http://schemas.openxmlformats.org/drawingml/2006/main">
              <a:ext uri="{FF2B5EF4-FFF2-40B4-BE49-F238E27FC236}">
                <a16:creationId xmlns:a16="http://schemas.microsoft.com/office/drawing/2014/main" id="{C1A6707B-2CA3-3F65-45C2-727FD45B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432" y="2156993"/>
            <a:ext cx="1173737" cy="1173736"/>
          </a:xfrm>
          <a:custGeom xmlns:a="http://schemas.openxmlformats.org/drawingml/2006/main">
            <a:gdLst>
              <a:gd name="connsiteX0" fmla="*/ 0 w 543306"/>
              <a:gd name="connsiteY0" fmla="*/ 0 h 543306"/>
              <a:gd name="connsiteX1" fmla="*/ 543306 w 543306"/>
              <a:gd name="connsiteY1" fmla="*/ 0 h 543306"/>
              <a:gd name="connsiteX2" fmla="*/ 543306 w 543306"/>
              <a:gd name="connsiteY2" fmla="*/ 543306 h 543306"/>
              <a:gd name="connsiteX3" fmla="*/ 0 w 543306"/>
              <a:gd name="connsiteY3" fmla="*/ 543306 h 543306"/>
            </a:gdLst>
            <a:rect l="l" t="t" r="r" b="b"/>
            <a:pathLst>
              <a:path w="543306" h="543306">
                <a:moveTo>
                  <a:pt x="0" y="0"/>
                </a:moveTo>
                <a:lnTo>
                  <a:pt x="543306" y="0"/>
                </a:lnTo>
                <a:lnTo>
                  <a:pt x="543306" y="543306"/>
                </a:lnTo>
                <a:lnTo>
                  <a:pt x="0" y="543306"/>
                </a:lnTo>
                <a:close/>
              </a:path>
            </a:pathLst>
          </a:custGeom>
          <a:solidFill xmlns:a="http://schemas.openxmlformats.org/drawingml/2006/main">
            <a:srgbClr val="007934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3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D4C61578-C993-8405-291A-DEF5EE57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97512" y="2493640"/>
            <a:ext cx="93419" cy="93419"/>
          </a:xfrm>
          <a:custGeom xmlns:a="http://schemas.openxmlformats.org/drawingml/2006/main">
            <a:gdLst>
              <a:gd name="connsiteX0" fmla="*/ 21622 w 43243"/>
              <a:gd name="connsiteY0" fmla="*/ 0 h 43243"/>
              <a:gd name="connsiteX1" fmla="*/ 0 w 43243"/>
              <a:gd name="connsiteY1" fmla="*/ 21622 h 43243"/>
              <a:gd name="connsiteX2" fmla="*/ 21622 w 43243"/>
              <a:gd name="connsiteY2" fmla="*/ 43244 h 43243"/>
              <a:gd name="connsiteX3" fmla="*/ 43244 w 43243"/>
              <a:gd name="connsiteY3" fmla="*/ 21622 h 43243"/>
              <a:gd name="connsiteX4" fmla="*/ 21622 w 43243"/>
              <a:gd name="connsiteY4" fmla="*/ 0 h 43243"/>
            </a:gdLst>
            <a:rect l="l" t="t" r="r" b="b"/>
            <a:pathLst>
              <a:path w="43243" h="43243">
                <a:moveTo>
                  <a:pt x="21622" y="0"/>
                </a:moveTo>
                <a:cubicBezTo>
                  <a:pt x="9715" y="0"/>
                  <a:pt x="0" y="9716"/>
                  <a:pt x="0" y="21622"/>
                </a:cubicBezTo>
                <a:cubicBezTo>
                  <a:pt x="0" y="33528"/>
                  <a:pt x="9715" y="43244"/>
                  <a:pt x="21622" y="43244"/>
                </a:cubicBezTo>
                <a:cubicBezTo>
                  <a:pt x="33528" y="43244"/>
                  <a:pt x="43244" y="33528"/>
                  <a:pt x="43244" y="21622"/>
                </a:cubicBezTo>
                <a:cubicBezTo>
                  <a:pt x="43244" y="9716"/>
                  <a:pt x="33528" y="0"/>
                  <a:pt x="2162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4" name="Freeform 123">
            <a:extLst xmlns:a="http://schemas.openxmlformats.org/drawingml/2006/main">
              <a:ext uri="{FF2B5EF4-FFF2-40B4-BE49-F238E27FC236}">
                <a16:creationId xmlns:a16="http://schemas.microsoft.com/office/drawing/2014/main" id="{74412687-F6B8-FF14-A681-2E7D9389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738" y="2360298"/>
            <a:ext cx="766919" cy="766919"/>
          </a:xfrm>
          <a:custGeom xmlns:a="http://schemas.openxmlformats.org/drawingml/2006/main">
            <a:gdLst>
              <a:gd name="connsiteX0" fmla="*/ 265462 w 354996"/>
              <a:gd name="connsiteY0" fmla="*/ 0 h 354996"/>
              <a:gd name="connsiteX1" fmla="*/ 89535 w 354996"/>
              <a:gd name="connsiteY1" fmla="*/ 0 h 354996"/>
              <a:gd name="connsiteX2" fmla="*/ 0 w 354996"/>
              <a:gd name="connsiteY2" fmla="*/ 89535 h 354996"/>
              <a:gd name="connsiteX3" fmla="*/ 0 w 354996"/>
              <a:gd name="connsiteY3" fmla="*/ 265462 h 354996"/>
              <a:gd name="connsiteX4" fmla="*/ 89535 w 354996"/>
              <a:gd name="connsiteY4" fmla="*/ 354997 h 354996"/>
              <a:gd name="connsiteX5" fmla="*/ 265462 w 354996"/>
              <a:gd name="connsiteY5" fmla="*/ 354997 h 354996"/>
              <a:gd name="connsiteX6" fmla="*/ 354997 w 354996"/>
              <a:gd name="connsiteY6" fmla="*/ 265462 h 354996"/>
              <a:gd name="connsiteX7" fmla="*/ 354997 w 354996"/>
              <a:gd name="connsiteY7" fmla="*/ 89535 h 354996"/>
              <a:gd name="connsiteX8" fmla="*/ 265462 w 354996"/>
              <a:gd name="connsiteY8" fmla="*/ 0 h 354996"/>
              <a:gd name="connsiteX9" fmla="*/ 316421 w 354996"/>
              <a:gd name="connsiteY9" fmla="*/ 265462 h 354996"/>
              <a:gd name="connsiteX10" fmla="*/ 265462 w 354996"/>
              <a:gd name="connsiteY10" fmla="*/ 316421 h 354996"/>
              <a:gd name="connsiteX11" fmla="*/ 89535 w 354996"/>
              <a:gd name="connsiteY11" fmla="*/ 316421 h 354996"/>
              <a:gd name="connsiteX12" fmla="*/ 38576 w 354996"/>
              <a:gd name="connsiteY12" fmla="*/ 265462 h 354996"/>
              <a:gd name="connsiteX13" fmla="*/ 38576 w 354996"/>
              <a:gd name="connsiteY13" fmla="*/ 89535 h 354996"/>
              <a:gd name="connsiteX14" fmla="*/ 89535 w 354996"/>
              <a:gd name="connsiteY14" fmla="*/ 38576 h 354996"/>
              <a:gd name="connsiteX15" fmla="*/ 265462 w 354996"/>
              <a:gd name="connsiteY15" fmla="*/ 38576 h 354996"/>
              <a:gd name="connsiteX16" fmla="*/ 316421 w 354996"/>
              <a:gd name="connsiteY16" fmla="*/ 89535 h 354996"/>
              <a:gd name="connsiteX17" fmla="*/ 316421 w 354996"/>
              <a:gd name="connsiteY17" fmla="*/ 265462 h 354996"/>
            </a:gdLst>
            <a:rect l="l" t="t" r="r" b="b"/>
            <a:pathLst>
              <a:path w="354996" h="354996">
                <a:moveTo>
                  <a:pt x="265462" y="0"/>
                </a:moveTo>
                <a:lnTo>
                  <a:pt x="89535" y="0"/>
                </a:lnTo>
                <a:cubicBezTo>
                  <a:pt x="40196" y="0"/>
                  <a:pt x="0" y="40196"/>
                  <a:pt x="0" y="89535"/>
                </a:cubicBezTo>
                <a:lnTo>
                  <a:pt x="0" y="265462"/>
                </a:lnTo>
                <a:cubicBezTo>
                  <a:pt x="0" y="314896"/>
                  <a:pt x="40196" y="354997"/>
                  <a:pt x="89535" y="354997"/>
                </a:cubicBezTo>
                <a:lnTo>
                  <a:pt x="265462" y="354997"/>
                </a:lnTo>
                <a:cubicBezTo>
                  <a:pt x="314801" y="354997"/>
                  <a:pt x="354997" y="314801"/>
                  <a:pt x="354997" y="265462"/>
                </a:cubicBezTo>
                <a:lnTo>
                  <a:pt x="354997" y="89535"/>
                </a:lnTo>
                <a:cubicBezTo>
                  <a:pt x="354997" y="40196"/>
                  <a:pt x="314801" y="0"/>
                  <a:pt x="265462" y="0"/>
                </a:cubicBezTo>
                <a:close/>
                <a:moveTo>
                  <a:pt x="316421" y="265462"/>
                </a:moveTo>
                <a:cubicBezTo>
                  <a:pt x="316421" y="293560"/>
                  <a:pt x="293561" y="316421"/>
                  <a:pt x="265462" y="316421"/>
                </a:cubicBezTo>
                <a:lnTo>
                  <a:pt x="89535" y="316421"/>
                </a:lnTo>
                <a:cubicBezTo>
                  <a:pt x="61436" y="316421"/>
                  <a:pt x="38576" y="293560"/>
                  <a:pt x="38576" y="265462"/>
                </a:cubicBezTo>
                <a:lnTo>
                  <a:pt x="38576" y="89535"/>
                </a:lnTo>
                <a:cubicBezTo>
                  <a:pt x="38576" y="61436"/>
                  <a:pt x="61436" y="38576"/>
                  <a:pt x="89535" y="38576"/>
                </a:cubicBezTo>
                <a:lnTo>
                  <a:pt x="265462" y="38576"/>
                </a:lnTo>
                <a:cubicBezTo>
                  <a:pt x="293561" y="38576"/>
                  <a:pt x="316421" y="61436"/>
                  <a:pt x="316421" y="89535"/>
                </a:cubicBezTo>
                <a:lnTo>
                  <a:pt x="316421" y="2654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5" name="Freeform 124">
            <a:extLst xmlns:a="http://schemas.openxmlformats.org/drawingml/2006/main">
              <a:ext uri="{FF2B5EF4-FFF2-40B4-BE49-F238E27FC236}">
                <a16:creationId xmlns:a16="http://schemas.microsoft.com/office/drawing/2014/main" id="{611DCFC7-265A-A74C-9128-D2C19FEB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2757" y="2546319"/>
            <a:ext cx="395084" cy="395087"/>
          </a:xfrm>
          <a:custGeom xmlns:a="http://schemas.openxmlformats.org/drawingml/2006/main">
            <a:gdLst>
              <a:gd name="connsiteX0" fmla="*/ 91440 w 182879"/>
              <a:gd name="connsiteY0" fmla="*/ 0 h 182880"/>
              <a:gd name="connsiteX1" fmla="*/ 0 w 182879"/>
              <a:gd name="connsiteY1" fmla="*/ 91440 h 182880"/>
              <a:gd name="connsiteX2" fmla="*/ 91440 w 182879"/>
              <a:gd name="connsiteY2" fmla="*/ 182880 h 182880"/>
              <a:gd name="connsiteX3" fmla="*/ 182880 w 182879"/>
              <a:gd name="connsiteY3" fmla="*/ 91440 h 182880"/>
              <a:gd name="connsiteX4" fmla="*/ 91440 w 182879"/>
              <a:gd name="connsiteY4" fmla="*/ 0 h 182880"/>
              <a:gd name="connsiteX5" fmla="*/ 91440 w 182879"/>
              <a:gd name="connsiteY5" fmla="*/ 144209 h 182880"/>
              <a:gd name="connsiteX6" fmla="*/ 38671 w 182879"/>
              <a:gd name="connsiteY6" fmla="*/ 91440 h 182880"/>
              <a:gd name="connsiteX7" fmla="*/ 91440 w 182879"/>
              <a:gd name="connsiteY7" fmla="*/ 38672 h 182880"/>
              <a:gd name="connsiteX8" fmla="*/ 144304 w 182879"/>
              <a:gd name="connsiteY8" fmla="*/ 91440 h 182880"/>
              <a:gd name="connsiteX9" fmla="*/ 91440 w 182879"/>
              <a:gd name="connsiteY9" fmla="*/ 144209 h 182880"/>
            </a:gdLst>
            <a:rect l="l" t="t" r="r" b="b"/>
            <a:pathLst>
              <a:path w="182879" h="182880">
                <a:moveTo>
                  <a:pt x="91440" y="0"/>
                </a:moveTo>
                <a:cubicBezTo>
                  <a:pt x="41053" y="0"/>
                  <a:pt x="0" y="41053"/>
                  <a:pt x="0" y="91440"/>
                </a:cubicBezTo>
                <a:cubicBezTo>
                  <a:pt x="0" y="141827"/>
                  <a:pt x="41053" y="182880"/>
                  <a:pt x="91440" y="182880"/>
                </a:cubicBezTo>
                <a:cubicBezTo>
                  <a:pt x="141827" y="182880"/>
                  <a:pt x="182880" y="141827"/>
                  <a:pt x="182880" y="91440"/>
                </a:cubicBezTo>
                <a:cubicBezTo>
                  <a:pt x="182880" y="41053"/>
                  <a:pt x="141922" y="0"/>
                  <a:pt x="91440" y="0"/>
                </a:cubicBezTo>
                <a:close/>
                <a:moveTo>
                  <a:pt x="91440" y="144209"/>
                </a:moveTo>
                <a:cubicBezTo>
                  <a:pt x="62389" y="144209"/>
                  <a:pt x="38671" y="120491"/>
                  <a:pt x="38671" y="91440"/>
                </a:cubicBezTo>
                <a:cubicBezTo>
                  <a:pt x="38671" y="62389"/>
                  <a:pt x="62389" y="38672"/>
                  <a:pt x="91440" y="38672"/>
                </a:cubicBezTo>
                <a:cubicBezTo>
                  <a:pt x="120491" y="38672"/>
                  <a:pt x="144304" y="62389"/>
                  <a:pt x="144304" y="91440"/>
                </a:cubicBezTo>
                <a:cubicBezTo>
                  <a:pt x="144304" y="120491"/>
                  <a:pt x="120586" y="144209"/>
                  <a:pt x="91440" y="1442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6" name="Freeform 125">
            <a:extLst xmlns:a="http://schemas.openxmlformats.org/drawingml/2006/main">
              <a:ext uri="{FF2B5EF4-FFF2-40B4-BE49-F238E27FC236}">
                <a16:creationId xmlns:a16="http://schemas.microsoft.com/office/drawing/2014/main" id="{CF71412B-57D0-8C3F-863B-747D7248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6232" y="2162342"/>
            <a:ext cx="1173737" cy="1173736"/>
          </a:xfrm>
          <a:custGeom xmlns:a="http://schemas.openxmlformats.org/drawingml/2006/main">
            <a:gdLst>
              <a:gd name="connsiteX0" fmla="*/ 0 w 543306"/>
              <a:gd name="connsiteY0" fmla="*/ 0 h 543306"/>
              <a:gd name="connsiteX1" fmla="*/ 543306 w 543306"/>
              <a:gd name="connsiteY1" fmla="*/ 0 h 543306"/>
              <a:gd name="connsiteX2" fmla="*/ 543306 w 543306"/>
              <a:gd name="connsiteY2" fmla="*/ 543306 h 543306"/>
              <a:gd name="connsiteX3" fmla="*/ 0 w 543306"/>
              <a:gd name="connsiteY3" fmla="*/ 543306 h 543306"/>
            </a:gdLst>
            <a:rect l="l" t="t" r="r" b="b"/>
            <a:pathLst>
              <a:path w="543306" h="543306">
                <a:moveTo>
                  <a:pt x="0" y="0"/>
                </a:moveTo>
                <a:lnTo>
                  <a:pt x="543306" y="0"/>
                </a:lnTo>
                <a:lnTo>
                  <a:pt x="543306" y="543306"/>
                </a:lnTo>
                <a:lnTo>
                  <a:pt x="0" y="543306"/>
                </a:lnTo>
                <a:close/>
              </a:path>
            </a:pathLst>
          </a:custGeom>
          <a:solidFill xmlns:a="http://schemas.openxmlformats.org/drawingml/2006/main">
            <a:srgbClr val="007934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7" name="Freeform 126">
            <a:extLst xmlns:a="http://schemas.openxmlformats.org/drawingml/2006/main">
              <a:ext uri="{FF2B5EF4-FFF2-40B4-BE49-F238E27FC236}">
                <a16:creationId xmlns:a16="http://schemas.microsoft.com/office/drawing/2014/main" id="{432E9776-B6B4-0737-83B3-225F4D4A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3366" y="2474504"/>
            <a:ext cx="779474" cy="549416"/>
          </a:xfrm>
          <a:custGeom xmlns:a="http://schemas.openxmlformats.org/drawingml/2006/main">
            <a:gdLst>
              <a:gd name="connsiteX0" fmla="*/ 353282 w 360807"/>
              <a:gd name="connsiteY0" fmla="*/ 39719 h 254317"/>
              <a:gd name="connsiteX1" fmla="*/ 321373 w 360807"/>
              <a:gd name="connsiteY1" fmla="*/ 7620 h 254317"/>
              <a:gd name="connsiteX2" fmla="*/ 180404 w 360807"/>
              <a:gd name="connsiteY2" fmla="*/ 0 h 254317"/>
              <a:gd name="connsiteX3" fmla="*/ 39433 w 360807"/>
              <a:gd name="connsiteY3" fmla="*/ 7620 h 254317"/>
              <a:gd name="connsiteX4" fmla="*/ 7525 w 360807"/>
              <a:gd name="connsiteY4" fmla="*/ 39719 h 254317"/>
              <a:gd name="connsiteX5" fmla="*/ 0 w 360807"/>
              <a:gd name="connsiteY5" fmla="*/ 127159 h 254317"/>
              <a:gd name="connsiteX6" fmla="*/ 7525 w 360807"/>
              <a:gd name="connsiteY6" fmla="*/ 214598 h 254317"/>
              <a:gd name="connsiteX7" fmla="*/ 39433 w 360807"/>
              <a:gd name="connsiteY7" fmla="*/ 246697 h 254317"/>
              <a:gd name="connsiteX8" fmla="*/ 180404 w 360807"/>
              <a:gd name="connsiteY8" fmla="*/ 254317 h 254317"/>
              <a:gd name="connsiteX9" fmla="*/ 321373 w 360807"/>
              <a:gd name="connsiteY9" fmla="*/ 246697 h 254317"/>
              <a:gd name="connsiteX10" fmla="*/ 353282 w 360807"/>
              <a:gd name="connsiteY10" fmla="*/ 214598 h 254317"/>
              <a:gd name="connsiteX11" fmla="*/ 360807 w 360807"/>
              <a:gd name="connsiteY11" fmla="*/ 127159 h 254317"/>
              <a:gd name="connsiteX12" fmla="*/ 353282 w 360807"/>
              <a:gd name="connsiteY12" fmla="*/ 39719 h 254317"/>
              <a:gd name="connsiteX13" fmla="*/ 143542 w 360807"/>
              <a:gd name="connsiteY13" fmla="*/ 180784 h 254317"/>
              <a:gd name="connsiteX14" fmla="*/ 143542 w 360807"/>
              <a:gd name="connsiteY14" fmla="*/ 73533 h 254317"/>
              <a:gd name="connsiteX15" fmla="*/ 237839 w 360807"/>
              <a:gd name="connsiteY15" fmla="*/ 127159 h 254317"/>
              <a:gd name="connsiteX16" fmla="*/ 143542 w 360807"/>
              <a:gd name="connsiteY16" fmla="*/ 180784 h 254317"/>
            </a:gdLst>
            <a:rect l="l" t="t" r="r" b="b"/>
            <a:pathLst>
              <a:path w="360807" h="254317">
                <a:moveTo>
                  <a:pt x="353282" y="39719"/>
                </a:moveTo>
                <a:cubicBezTo>
                  <a:pt x="349091" y="24098"/>
                  <a:pt x="336899" y="11811"/>
                  <a:pt x="321373" y="7620"/>
                </a:cubicBezTo>
                <a:cubicBezTo>
                  <a:pt x="293275" y="0"/>
                  <a:pt x="180404" y="0"/>
                  <a:pt x="180404" y="0"/>
                </a:cubicBezTo>
                <a:cubicBezTo>
                  <a:pt x="180404" y="0"/>
                  <a:pt x="67532" y="0"/>
                  <a:pt x="39433" y="7620"/>
                </a:cubicBezTo>
                <a:cubicBezTo>
                  <a:pt x="23908" y="11811"/>
                  <a:pt x="11716" y="24098"/>
                  <a:pt x="7525" y="39719"/>
                </a:cubicBezTo>
                <a:cubicBezTo>
                  <a:pt x="0" y="68008"/>
                  <a:pt x="0" y="127159"/>
                  <a:pt x="0" y="127159"/>
                </a:cubicBezTo>
                <a:cubicBezTo>
                  <a:pt x="0" y="127159"/>
                  <a:pt x="0" y="186214"/>
                  <a:pt x="7525" y="214598"/>
                </a:cubicBezTo>
                <a:cubicBezTo>
                  <a:pt x="11716" y="230219"/>
                  <a:pt x="23908" y="242506"/>
                  <a:pt x="39433" y="246697"/>
                </a:cubicBezTo>
                <a:cubicBezTo>
                  <a:pt x="67532" y="254317"/>
                  <a:pt x="180404" y="254317"/>
                  <a:pt x="180404" y="254317"/>
                </a:cubicBezTo>
                <a:cubicBezTo>
                  <a:pt x="180404" y="254317"/>
                  <a:pt x="293275" y="254317"/>
                  <a:pt x="321373" y="246697"/>
                </a:cubicBezTo>
                <a:cubicBezTo>
                  <a:pt x="336899" y="242506"/>
                  <a:pt x="349091" y="230219"/>
                  <a:pt x="353282" y="214598"/>
                </a:cubicBezTo>
                <a:cubicBezTo>
                  <a:pt x="360807" y="186309"/>
                  <a:pt x="360807" y="127159"/>
                  <a:pt x="360807" y="127159"/>
                </a:cubicBezTo>
                <a:cubicBezTo>
                  <a:pt x="360807" y="127159"/>
                  <a:pt x="360807" y="68104"/>
                  <a:pt x="353282" y="39719"/>
                </a:cubicBezTo>
                <a:close/>
                <a:moveTo>
                  <a:pt x="143542" y="180784"/>
                </a:moveTo>
                <a:lnTo>
                  <a:pt x="143542" y="73533"/>
                </a:lnTo>
                <a:lnTo>
                  <a:pt x="237839" y="127159"/>
                </a:lnTo>
                <a:lnTo>
                  <a:pt x="143542" y="1807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8" name="Freeform 127">
            <a:extLst xmlns:a="http://schemas.openxmlformats.org/drawingml/2006/main">
              <a:ext uri="{FF2B5EF4-FFF2-40B4-BE49-F238E27FC236}">
                <a16:creationId xmlns:a16="http://schemas.microsoft.com/office/drawing/2014/main" id="{46B36695-9D44-CF4A-14FC-6D97E6B5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30425" y="2155963"/>
            <a:ext cx="1173735" cy="1173735"/>
          </a:xfrm>
          <a:custGeom xmlns:a="http://schemas.openxmlformats.org/drawingml/2006/main">
            <a:gdLst>
              <a:gd name="connsiteX0" fmla="*/ 0 w 543305"/>
              <a:gd name="connsiteY0" fmla="*/ 0 h 543305"/>
              <a:gd name="connsiteX1" fmla="*/ 543306 w 543305"/>
              <a:gd name="connsiteY1" fmla="*/ 0 h 543305"/>
              <a:gd name="connsiteX2" fmla="*/ 543306 w 543305"/>
              <a:gd name="connsiteY2" fmla="*/ 543306 h 543305"/>
              <a:gd name="connsiteX3" fmla="*/ 0 w 543305"/>
              <a:gd name="connsiteY3" fmla="*/ 543306 h 543305"/>
            </a:gdLst>
            <a:rect l="l" t="t" r="r" b="b"/>
            <a:pathLst>
              <a:path w="543305" h="543305">
                <a:moveTo>
                  <a:pt x="0" y="0"/>
                </a:moveTo>
                <a:lnTo>
                  <a:pt x="543306" y="0"/>
                </a:lnTo>
                <a:lnTo>
                  <a:pt x="543306" y="543306"/>
                </a:lnTo>
                <a:lnTo>
                  <a:pt x="0" y="543306"/>
                </a:lnTo>
                <a:close/>
              </a:path>
            </a:pathLst>
          </a:custGeom>
          <a:solidFill xmlns:a="http://schemas.openxmlformats.org/drawingml/2006/main">
            <a:srgbClr val="007934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29" name="Freeform 128">
            <a:extLst xmlns:a="http://schemas.openxmlformats.org/drawingml/2006/main">
              <a:ext uri="{FF2B5EF4-FFF2-40B4-BE49-F238E27FC236}">
                <a16:creationId xmlns:a16="http://schemas.microsoft.com/office/drawing/2014/main" id="{E46E7525-5FF1-8346-5B8E-E85830C2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0810" y="2615664"/>
            <a:ext cx="157209" cy="505587"/>
          </a:xfrm>
          <a:custGeom xmlns:a="http://schemas.openxmlformats.org/drawingml/2006/main">
            <a:gdLst>
              <a:gd name="connsiteX0" fmla="*/ 0 w 72770"/>
              <a:gd name="connsiteY0" fmla="*/ 0 h 234029"/>
              <a:gd name="connsiteX1" fmla="*/ 72771 w 72770"/>
              <a:gd name="connsiteY1" fmla="*/ 0 h 234029"/>
              <a:gd name="connsiteX2" fmla="*/ 72771 w 72770"/>
              <a:gd name="connsiteY2" fmla="*/ 234029 h 234029"/>
              <a:gd name="connsiteX3" fmla="*/ 0 w 72770"/>
              <a:gd name="connsiteY3" fmla="*/ 234029 h 234029"/>
            </a:gdLst>
            <a:rect l="l" t="t" r="r" b="b"/>
            <a:pathLst>
              <a:path w="72770" h="234029">
                <a:moveTo>
                  <a:pt x="0" y="0"/>
                </a:moveTo>
                <a:lnTo>
                  <a:pt x="72771" y="0"/>
                </a:lnTo>
                <a:lnTo>
                  <a:pt x="72771" y="234029"/>
                </a:lnTo>
                <a:lnTo>
                  <a:pt x="0" y="2340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0" name="Freeform 129">
            <a:extLst xmlns:a="http://schemas.openxmlformats.org/drawingml/2006/main">
              <a:ext uri="{FF2B5EF4-FFF2-40B4-BE49-F238E27FC236}">
                <a16:creationId xmlns:a16="http://schemas.microsoft.com/office/drawing/2014/main" id="{E2643B9D-593C-28B6-33C7-94AC849E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256" y="2364414"/>
            <a:ext cx="181902" cy="182314"/>
          </a:xfrm>
          <a:custGeom xmlns:a="http://schemas.openxmlformats.org/drawingml/2006/main">
            <a:gdLst>
              <a:gd name="connsiteX0" fmla="*/ 42100 w 84200"/>
              <a:gd name="connsiteY0" fmla="*/ 0 h 84391"/>
              <a:gd name="connsiteX1" fmla="*/ 0 w 84200"/>
              <a:gd name="connsiteY1" fmla="*/ 42196 h 84391"/>
              <a:gd name="connsiteX2" fmla="*/ 42100 w 84200"/>
              <a:gd name="connsiteY2" fmla="*/ 84392 h 84391"/>
              <a:gd name="connsiteX3" fmla="*/ 84201 w 84200"/>
              <a:gd name="connsiteY3" fmla="*/ 42196 h 84391"/>
              <a:gd name="connsiteX4" fmla="*/ 42100 w 84200"/>
              <a:gd name="connsiteY4" fmla="*/ 0 h 84391"/>
            </a:gdLst>
            <a:rect l="l" t="t" r="r" b="b"/>
            <a:pathLst>
              <a:path w="84200" h="84391">
                <a:moveTo>
                  <a:pt x="42100" y="0"/>
                </a:moveTo>
                <a:cubicBezTo>
                  <a:pt x="18764" y="0"/>
                  <a:pt x="0" y="18860"/>
                  <a:pt x="0" y="42196"/>
                </a:cubicBezTo>
                <a:cubicBezTo>
                  <a:pt x="0" y="65532"/>
                  <a:pt x="18859" y="84392"/>
                  <a:pt x="42100" y="84392"/>
                </a:cubicBezTo>
                <a:cubicBezTo>
                  <a:pt x="65342" y="84392"/>
                  <a:pt x="84201" y="65532"/>
                  <a:pt x="84201" y="42196"/>
                </a:cubicBezTo>
                <a:cubicBezTo>
                  <a:pt x="84201" y="18860"/>
                  <a:pt x="65342" y="0"/>
                  <a:pt x="421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1" name="Freeform 130">
            <a:extLst xmlns:a="http://schemas.openxmlformats.org/drawingml/2006/main">
              <a:ext uri="{FF2B5EF4-FFF2-40B4-BE49-F238E27FC236}">
                <a16:creationId xmlns:a16="http://schemas.microsoft.com/office/drawing/2014/main" id="{DA44CA4D-A7B1-8C2B-5E9A-F02818DF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586" y="2603112"/>
            <a:ext cx="489948" cy="518138"/>
          </a:xfrm>
          <a:custGeom xmlns:a="http://schemas.openxmlformats.org/drawingml/2006/main">
            <a:gdLst>
              <a:gd name="connsiteX0" fmla="*/ 139446 w 226790"/>
              <a:gd name="connsiteY0" fmla="*/ 0 h 239839"/>
              <a:gd name="connsiteX1" fmla="*/ 70675 w 226790"/>
              <a:gd name="connsiteY1" fmla="*/ 37814 h 239839"/>
              <a:gd name="connsiteX2" fmla="*/ 69723 w 226790"/>
              <a:gd name="connsiteY2" fmla="*/ 37814 h 239839"/>
              <a:gd name="connsiteX3" fmla="*/ 69723 w 226790"/>
              <a:gd name="connsiteY3" fmla="*/ 5810 h 239839"/>
              <a:gd name="connsiteX4" fmla="*/ 0 w 226790"/>
              <a:gd name="connsiteY4" fmla="*/ 5810 h 239839"/>
              <a:gd name="connsiteX5" fmla="*/ 0 w 226790"/>
              <a:gd name="connsiteY5" fmla="*/ 239839 h 239839"/>
              <a:gd name="connsiteX6" fmla="*/ 72676 w 226790"/>
              <a:gd name="connsiteY6" fmla="*/ 239839 h 239839"/>
              <a:gd name="connsiteX7" fmla="*/ 72676 w 226790"/>
              <a:gd name="connsiteY7" fmla="*/ 124111 h 239839"/>
              <a:gd name="connsiteX8" fmla="*/ 116300 w 226790"/>
              <a:gd name="connsiteY8" fmla="*/ 64008 h 239839"/>
              <a:gd name="connsiteX9" fmla="*/ 154115 w 226790"/>
              <a:gd name="connsiteY9" fmla="*/ 126016 h 239839"/>
              <a:gd name="connsiteX10" fmla="*/ 154115 w 226790"/>
              <a:gd name="connsiteY10" fmla="*/ 239839 h 239839"/>
              <a:gd name="connsiteX11" fmla="*/ 226790 w 226790"/>
              <a:gd name="connsiteY11" fmla="*/ 239839 h 239839"/>
              <a:gd name="connsiteX12" fmla="*/ 226790 w 226790"/>
              <a:gd name="connsiteY12" fmla="*/ 111538 h 239839"/>
              <a:gd name="connsiteX13" fmla="*/ 139541 w 226790"/>
              <a:gd name="connsiteY13" fmla="*/ 95 h 239839"/>
            </a:gdLst>
            <a:rect l="l" t="t" r="r" b="b"/>
            <a:pathLst>
              <a:path w="226790" h="239839">
                <a:moveTo>
                  <a:pt x="139446" y="0"/>
                </a:moveTo>
                <a:cubicBezTo>
                  <a:pt x="104108" y="0"/>
                  <a:pt x="80391" y="19431"/>
                  <a:pt x="70675" y="37814"/>
                </a:cubicBezTo>
                <a:lnTo>
                  <a:pt x="69723" y="37814"/>
                </a:lnTo>
                <a:lnTo>
                  <a:pt x="69723" y="5810"/>
                </a:lnTo>
                <a:lnTo>
                  <a:pt x="0" y="5810"/>
                </a:lnTo>
                <a:lnTo>
                  <a:pt x="0" y="239839"/>
                </a:lnTo>
                <a:lnTo>
                  <a:pt x="72676" y="239839"/>
                </a:lnTo>
                <a:lnTo>
                  <a:pt x="72676" y="124111"/>
                </a:lnTo>
                <a:cubicBezTo>
                  <a:pt x="72676" y="93631"/>
                  <a:pt x="78486" y="64008"/>
                  <a:pt x="116300" y="64008"/>
                </a:cubicBezTo>
                <a:cubicBezTo>
                  <a:pt x="154115" y="64008"/>
                  <a:pt x="154115" y="98869"/>
                  <a:pt x="154115" y="126016"/>
                </a:cubicBezTo>
                <a:lnTo>
                  <a:pt x="154115" y="239839"/>
                </a:lnTo>
                <a:lnTo>
                  <a:pt x="226790" y="239839"/>
                </a:lnTo>
                <a:lnTo>
                  <a:pt x="226790" y="111538"/>
                </a:lnTo>
                <a:cubicBezTo>
                  <a:pt x="226790" y="48577"/>
                  <a:pt x="213170" y="95"/>
                  <a:pt x="139541" y="9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2" name="Freeform 131">
            <a:extLst xmlns:a="http://schemas.openxmlformats.org/drawingml/2006/main">
              <a:ext uri="{FF2B5EF4-FFF2-40B4-BE49-F238E27FC236}">
                <a16:creationId xmlns:a16="http://schemas.microsoft.com/office/drawing/2014/main" id="{D7235AA9-6C56-4AF4-5D5D-249E43C4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7839" y="2156993"/>
            <a:ext cx="1173735" cy="1173736"/>
          </a:xfrm>
          <a:custGeom xmlns:a="http://schemas.openxmlformats.org/drawingml/2006/main">
            <a:gdLst>
              <a:gd name="connsiteX0" fmla="*/ 0 w 543305"/>
              <a:gd name="connsiteY0" fmla="*/ 0 h 543306"/>
              <a:gd name="connsiteX1" fmla="*/ 543306 w 543305"/>
              <a:gd name="connsiteY1" fmla="*/ 0 h 543306"/>
              <a:gd name="connsiteX2" fmla="*/ 543306 w 543305"/>
              <a:gd name="connsiteY2" fmla="*/ 543306 h 543306"/>
              <a:gd name="connsiteX3" fmla="*/ 0 w 543305"/>
              <a:gd name="connsiteY3" fmla="*/ 543306 h 543306"/>
            </a:gdLst>
            <a:rect l="l" t="t" r="r" b="b"/>
            <a:pathLst>
              <a:path w="543305" h="543306">
                <a:moveTo>
                  <a:pt x="0" y="0"/>
                </a:moveTo>
                <a:lnTo>
                  <a:pt x="543306" y="0"/>
                </a:lnTo>
                <a:lnTo>
                  <a:pt x="543306" y="543306"/>
                </a:lnTo>
                <a:lnTo>
                  <a:pt x="0" y="543306"/>
                </a:lnTo>
                <a:close/>
              </a:path>
            </a:pathLst>
          </a:custGeom>
          <a:solidFill xmlns:a="http://schemas.openxmlformats.org/drawingml/2006/main">
            <a:srgbClr val="007934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3" name="Freeform 132">
            <a:extLst xmlns:a="http://schemas.openxmlformats.org/drawingml/2006/main">
              <a:ext uri="{FF2B5EF4-FFF2-40B4-BE49-F238E27FC236}">
                <a16:creationId xmlns:a16="http://schemas.microsoft.com/office/drawing/2014/main" id="{79F594E5-39F7-5122-ACD7-B01BB6A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32941" y="2566896"/>
            <a:ext cx="353931" cy="353932"/>
          </a:xfrm>
          <a:custGeom xmlns:a="http://schemas.openxmlformats.org/drawingml/2006/main">
            <a:gdLst>
              <a:gd name="connsiteX0" fmla="*/ 81915 w 163830"/>
              <a:gd name="connsiteY0" fmla="*/ 0 h 163830"/>
              <a:gd name="connsiteX1" fmla="*/ 0 w 163830"/>
              <a:gd name="connsiteY1" fmla="*/ 81915 h 163830"/>
              <a:gd name="connsiteX2" fmla="*/ 81915 w 163830"/>
              <a:gd name="connsiteY2" fmla="*/ 163830 h 163830"/>
              <a:gd name="connsiteX3" fmla="*/ 163830 w 163830"/>
              <a:gd name="connsiteY3" fmla="*/ 81915 h 163830"/>
              <a:gd name="connsiteX4" fmla="*/ 81915 w 163830"/>
              <a:gd name="connsiteY4" fmla="*/ 0 h 163830"/>
            </a:gdLst>
            <a:rect l="l" t="t" r="r" b="b"/>
            <a:pathLst>
              <a:path w="163830" h="163830">
                <a:moveTo>
                  <a:pt x="81915" y="0"/>
                </a:moveTo>
                <a:cubicBezTo>
                  <a:pt x="36672" y="0"/>
                  <a:pt x="0" y="36671"/>
                  <a:pt x="0" y="81915"/>
                </a:cubicBezTo>
                <a:cubicBezTo>
                  <a:pt x="0" y="127159"/>
                  <a:pt x="36672" y="163830"/>
                  <a:pt x="81915" y="163830"/>
                </a:cubicBezTo>
                <a:cubicBezTo>
                  <a:pt x="127159" y="163830"/>
                  <a:pt x="163830" y="127159"/>
                  <a:pt x="163830" y="81915"/>
                </a:cubicBezTo>
                <a:cubicBezTo>
                  <a:pt x="163830" y="36671"/>
                  <a:pt x="127159" y="0"/>
                  <a:pt x="8191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4" name="Freeform 133">
            <a:extLst xmlns:a="http://schemas.openxmlformats.org/drawingml/2006/main">
              <a:ext uri="{FF2B5EF4-FFF2-40B4-BE49-F238E27FC236}">
                <a16:creationId xmlns:a16="http://schemas.microsoft.com/office/drawing/2014/main" id="{9221A9C7-C6AD-0626-16DC-BE6C6F74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2334" y="2566896"/>
            <a:ext cx="353931" cy="353929"/>
          </a:xfrm>
          <a:custGeom xmlns:a="http://schemas.openxmlformats.org/drawingml/2006/main">
            <a:gdLst>
              <a:gd name="connsiteX0" fmla="*/ 163830 w 163830"/>
              <a:gd name="connsiteY0" fmla="*/ 81915 h 163829"/>
              <a:gd name="connsiteX1" fmla="*/ 81915 w 163830"/>
              <a:gd name="connsiteY1" fmla="*/ 163830 h 163829"/>
              <a:gd name="connsiteX2" fmla="*/ 1 w 163830"/>
              <a:gd name="connsiteY2" fmla="*/ 81915 h 163829"/>
              <a:gd name="connsiteX3" fmla="*/ 81915 w 163830"/>
              <a:gd name="connsiteY3" fmla="*/ 0 h 163829"/>
              <a:gd name="connsiteX4" fmla="*/ 163830 w 163830"/>
              <a:gd name="connsiteY4" fmla="*/ 81915 h 163829"/>
            </a:gdLst>
            <a:rect l="l" t="t" r="r" b="b"/>
            <a:pathLst>
              <a:path w="163830" h="163829">
                <a:moveTo>
                  <a:pt x="163830" y="81915"/>
                </a:moveTo>
                <a:cubicBezTo>
                  <a:pt x="163830" y="127155"/>
                  <a:pt x="127156" y="163830"/>
                  <a:pt x="81915" y="163830"/>
                </a:cubicBezTo>
                <a:cubicBezTo>
                  <a:pt x="36675" y="163830"/>
                  <a:pt x="1" y="127155"/>
                  <a:pt x="1" y="81915"/>
                </a:cubicBezTo>
                <a:cubicBezTo>
                  <a:pt x="1" y="36675"/>
                  <a:pt x="36675" y="0"/>
                  <a:pt x="81915" y="0"/>
                </a:cubicBezTo>
                <a:cubicBezTo>
                  <a:pt x="127156" y="0"/>
                  <a:pt x="163830" y="36675"/>
                  <a:pt x="163830" y="819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5" name="Freeform 134">
            <a:extLst xmlns:a="http://schemas.openxmlformats.org/drawingml/2006/main">
              <a:ext uri="{FF2B5EF4-FFF2-40B4-BE49-F238E27FC236}">
                <a16:creationId xmlns:a16="http://schemas.microsoft.com/office/drawing/2014/main" id="{2857E51B-0F39-5587-5067-B466AAFF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42030" y="2159050"/>
            <a:ext cx="1173737" cy="1173736"/>
          </a:xfrm>
          <a:custGeom xmlns:a="http://schemas.openxmlformats.org/drawingml/2006/main">
            <a:gdLst>
              <a:gd name="connsiteX0" fmla="*/ 0 w 543306"/>
              <a:gd name="connsiteY0" fmla="*/ 0 h 543306"/>
              <a:gd name="connsiteX1" fmla="*/ 543306 w 543306"/>
              <a:gd name="connsiteY1" fmla="*/ 0 h 543306"/>
              <a:gd name="connsiteX2" fmla="*/ 543306 w 543306"/>
              <a:gd name="connsiteY2" fmla="*/ 543306 h 543306"/>
              <a:gd name="connsiteX3" fmla="*/ 0 w 543306"/>
              <a:gd name="connsiteY3" fmla="*/ 543306 h 543306"/>
            </a:gdLst>
            <a:rect l="l" t="t" r="r" b="b"/>
            <a:pathLst>
              <a:path w="543306" h="543306">
                <a:moveTo>
                  <a:pt x="0" y="0"/>
                </a:moveTo>
                <a:lnTo>
                  <a:pt x="543306" y="0"/>
                </a:lnTo>
                <a:lnTo>
                  <a:pt x="543306" y="543306"/>
                </a:lnTo>
                <a:lnTo>
                  <a:pt x="0" y="543306"/>
                </a:lnTo>
                <a:close/>
              </a:path>
            </a:pathLst>
          </a:custGeom>
          <a:solidFill xmlns:a="http://schemas.openxmlformats.org/drawingml/2006/main">
            <a:srgbClr val="007934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136" name="Freeform 135">
            <a:extLst xmlns:a="http://schemas.openxmlformats.org/drawingml/2006/main">
              <a:ext uri="{FF2B5EF4-FFF2-40B4-BE49-F238E27FC236}">
                <a16:creationId xmlns:a16="http://schemas.microsoft.com/office/drawing/2014/main" id="{B9A5378C-3AD2-2975-4FF4-12CED3D1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7682" y="2366677"/>
            <a:ext cx="742021" cy="758278"/>
          </a:xfrm>
          <a:custGeom xmlns:a="http://schemas.openxmlformats.org/drawingml/2006/main">
            <a:gdLst>
              <a:gd name="connsiteX0" fmla="*/ 204406 w 343471"/>
              <a:gd name="connsiteY0" fmla="*/ 148685 h 350996"/>
              <a:gd name="connsiteX1" fmla="*/ 332327 w 343471"/>
              <a:gd name="connsiteY1" fmla="*/ 0 h 350996"/>
              <a:gd name="connsiteX2" fmla="*/ 302038 w 343471"/>
              <a:gd name="connsiteY2" fmla="*/ 0 h 350996"/>
              <a:gd name="connsiteX3" fmla="*/ 190976 w 343471"/>
              <a:gd name="connsiteY3" fmla="*/ 129064 h 350996"/>
              <a:gd name="connsiteX4" fmla="*/ 102298 w 343471"/>
              <a:gd name="connsiteY4" fmla="*/ 0 h 350996"/>
              <a:gd name="connsiteX5" fmla="*/ 0 w 343471"/>
              <a:gd name="connsiteY5" fmla="*/ 0 h 350996"/>
              <a:gd name="connsiteX6" fmla="*/ 134112 w 343471"/>
              <a:gd name="connsiteY6" fmla="*/ 195167 h 350996"/>
              <a:gd name="connsiteX7" fmla="*/ 0 w 343471"/>
              <a:gd name="connsiteY7" fmla="*/ 350996 h 350996"/>
              <a:gd name="connsiteX8" fmla="*/ 30289 w 343471"/>
              <a:gd name="connsiteY8" fmla="*/ 350996 h 350996"/>
              <a:gd name="connsiteX9" fmla="*/ 147542 w 343471"/>
              <a:gd name="connsiteY9" fmla="*/ 214694 h 350996"/>
              <a:gd name="connsiteX10" fmla="*/ 241173 w 343471"/>
              <a:gd name="connsiteY10" fmla="*/ 350996 h 350996"/>
              <a:gd name="connsiteX11" fmla="*/ 343471 w 343471"/>
              <a:gd name="connsiteY11" fmla="*/ 350996 h 350996"/>
              <a:gd name="connsiteX12" fmla="*/ 204406 w 343471"/>
              <a:gd name="connsiteY12" fmla="*/ 148590 h 350996"/>
              <a:gd name="connsiteX13" fmla="*/ 204406 w 343471"/>
              <a:gd name="connsiteY13" fmla="*/ 148590 h 350996"/>
              <a:gd name="connsiteX14" fmla="*/ 162973 w 343471"/>
              <a:gd name="connsiteY14" fmla="*/ 196882 h 350996"/>
              <a:gd name="connsiteX15" fmla="*/ 149352 w 343471"/>
              <a:gd name="connsiteY15" fmla="*/ 177451 h 350996"/>
              <a:gd name="connsiteX16" fmla="*/ 41243 w 343471"/>
              <a:gd name="connsiteY16" fmla="*/ 22765 h 350996"/>
              <a:gd name="connsiteX17" fmla="*/ 87821 w 343471"/>
              <a:gd name="connsiteY17" fmla="*/ 22765 h 350996"/>
              <a:gd name="connsiteX18" fmla="*/ 175070 w 343471"/>
              <a:gd name="connsiteY18" fmla="*/ 147542 h 350996"/>
              <a:gd name="connsiteX19" fmla="*/ 188690 w 343471"/>
              <a:gd name="connsiteY19" fmla="*/ 166973 h 350996"/>
              <a:gd name="connsiteX20" fmla="*/ 302133 w 343471"/>
              <a:gd name="connsiteY20" fmla="*/ 329184 h 350996"/>
              <a:gd name="connsiteX21" fmla="*/ 255556 w 343471"/>
              <a:gd name="connsiteY21" fmla="*/ 329184 h 350996"/>
              <a:gd name="connsiteX22" fmla="*/ 162973 w 343471"/>
              <a:gd name="connsiteY22" fmla="*/ 196787 h 350996"/>
              <a:gd name="connsiteX23" fmla="*/ 162973 w 343471"/>
              <a:gd name="connsiteY23" fmla="*/ 196787 h 350996"/>
            </a:gdLst>
            <a:rect l="l" t="t" r="r" b="b"/>
            <a:pathLst>
              <a:path w="343471" h="350996">
                <a:moveTo>
                  <a:pt x="204406" y="148685"/>
                </a:moveTo>
                <a:lnTo>
                  <a:pt x="332327" y="0"/>
                </a:lnTo>
                <a:lnTo>
                  <a:pt x="302038" y="0"/>
                </a:lnTo>
                <a:lnTo>
                  <a:pt x="190976" y="129064"/>
                </a:lnTo>
                <a:lnTo>
                  <a:pt x="102298" y="0"/>
                </a:lnTo>
                <a:lnTo>
                  <a:pt x="0" y="0"/>
                </a:lnTo>
                <a:lnTo>
                  <a:pt x="134112" y="195167"/>
                </a:lnTo>
                <a:lnTo>
                  <a:pt x="0" y="350996"/>
                </a:lnTo>
                <a:lnTo>
                  <a:pt x="30289" y="350996"/>
                </a:lnTo>
                <a:lnTo>
                  <a:pt x="147542" y="214694"/>
                </a:lnTo>
                <a:lnTo>
                  <a:pt x="241173" y="350996"/>
                </a:lnTo>
                <a:lnTo>
                  <a:pt x="343471" y="350996"/>
                </a:lnTo>
                <a:lnTo>
                  <a:pt x="204406" y="148590"/>
                </a:lnTo>
                <a:lnTo>
                  <a:pt x="204406" y="148590"/>
                </a:lnTo>
                <a:close/>
                <a:moveTo>
                  <a:pt x="162973" y="196882"/>
                </a:moveTo>
                <a:lnTo>
                  <a:pt x="149352" y="177451"/>
                </a:lnTo>
                <a:lnTo>
                  <a:pt x="41243" y="22765"/>
                </a:lnTo>
                <a:lnTo>
                  <a:pt x="87821" y="22765"/>
                </a:lnTo>
                <a:lnTo>
                  <a:pt x="175070" y="147542"/>
                </a:lnTo>
                <a:lnTo>
                  <a:pt x="188690" y="166973"/>
                </a:lnTo>
                <a:lnTo>
                  <a:pt x="302133" y="329184"/>
                </a:lnTo>
                <a:lnTo>
                  <a:pt x="255556" y="329184"/>
                </a:lnTo>
                <a:lnTo>
                  <a:pt x="162973" y="196787"/>
                </a:lnTo>
                <a:lnTo>
                  <a:pt x="162973" y="1967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>
              <a:latin typeface="Aptos Light"/>
              <a:ea typeface="Aptos Light"/>
              <a:cs typeface="Aptos Light"/>
            </a:endParaRPr>
          </a:p>
        </p:txBody>
      </p:sp>
      <p:sp>
        <p:nvSpPr>
          <p:cNvPr id="2" name="Title 7">
            <a:extLst xmlns:a="http://schemas.openxmlformats.org/drawingml/2006/main">
              <a:ext uri="{FF2B5EF4-FFF2-40B4-BE49-F238E27FC236}">
                <a16:creationId xmlns:a16="http://schemas.microsoft.com/office/drawing/2014/main" id="{DAE593DB-8ADA-2B81-0837-94D520E6318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4692" y="365125"/>
            <a:ext cx="11492432" cy="8863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Keep up with ORNL’s latest scientific discoveries, economic impacts, and solutions for energy and national security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preserve="1" userDrawn="1">
  <p:cSld name="Conclusion | Log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Graphic 2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e343833a04e3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Graphic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24073a2e04bac">
            <a:extLst>
              <a:ext uri="{96DAC541-7B7A-43D3-8B79-37D633B846F1}">
                <asvg:svgBlip xmlns:asvg="http://schemas.microsoft.com/office/drawing/2016/SVG/main" r:embed="R086c0abcabd049a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9255" y="2735048"/>
            <a:ext cx="5773490" cy="138790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7197F97-DD05-46DC-A43C-9A85A489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6509" y="6157095"/>
            <a:ext cx="304798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0">
            <a:spAutoFit/>
          </a:bodyPr>
          <a:lstStyle xmlns:a="http://schemas.openxmlformats.org/drawingml/2006/main"/>
          <a:p xmlns:a="http://schemas.openxmlformats.org/drawingml/2006/main"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ORNL IS MANAGED BY UT-BATTELLE LLC </a:t>
            </a:r>
            <a:br/>
            <a:r>
              <a:rPr sz="9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FOR THE US DEPARTMENT OF ENERGY</a:t>
            </a:r>
          </a:p>
        </p:txBody>
      </p:sp>
      <p:pic>
        <p:nvPicPr>
          <p:cNvPr id="1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adcab7be749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17981" y="6109219"/>
            <a:ext cx="1528065" cy="438912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88552ed15ad475f" /><Relationship Type="http://schemas.openxmlformats.org/officeDocument/2006/relationships/image" Target="/ppt/media/image.svg" Id="Ra01ecf9bd6654700" /><Relationship Type="http://schemas.openxmlformats.org/officeDocument/2006/relationships/theme" Target="/ppt/slideMasters/theme/theme2.xml" Id="Rc67cccc1f32b4726" /><Relationship Type="http://schemas.openxmlformats.org/officeDocument/2006/relationships/slideLayout" Target="/ppt/slideLayouts/slideLayout1.xml" Id="R92d14db384fc48c1" /><Relationship Type="http://schemas.openxmlformats.org/officeDocument/2006/relationships/slideLayout" Target="/ppt/slideLayouts/slideLayout2.xml" Id="Rbd199952a0254cc7" /><Relationship Type="http://schemas.openxmlformats.org/officeDocument/2006/relationships/slideLayout" Target="/ppt/slideLayouts/slideLayout3.xml" Id="Rc0615d4239c240e2" /><Relationship Type="http://schemas.openxmlformats.org/officeDocument/2006/relationships/slideLayout" Target="/ppt/slideLayouts/slideLayout4.xml" Id="R0ef56fa66262416f" /><Relationship Type="http://schemas.openxmlformats.org/officeDocument/2006/relationships/slideLayout" Target="/ppt/slideLayouts/slideLayout5.xml" Id="R46b84cc3ae184d6b" /><Relationship Type="http://schemas.openxmlformats.org/officeDocument/2006/relationships/slideLayout" Target="/ppt/slideLayouts/slideLayout6.xml" Id="R2511c3af76754c2f" /><Relationship Type="http://schemas.openxmlformats.org/officeDocument/2006/relationships/slideLayout" Target="/ppt/slideLayouts/slideLayout7.xml" Id="R0d0b42e4cb654f1a" /><Relationship Type="http://schemas.openxmlformats.org/officeDocument/2006/relationships/slideLayout" Target="/ppt/slideLayouts/slideLayout8.xml" Id="R7fec2cf4dacd4cca" /><Relationship Type="http://schemas.openxmlformats.org/officeDocument/2006/relationships/slideLayout" Target="/ppt/slideLayouts/slideLayout9.xml" Id="Rf3a3a1a503214b79" /><Relationship Type="http://schemas.openxmlformats.org/officeDocument/2006/relationships/slideLayout" Target="/ppt/slideLayouts/slideLayout10.xml" Id="R9f0224e9c15c489d" /><Relationship Type="http://schemas.openxmlformats.org/officeDocument/2006/relationships/slideLayout" Target="/ppt/slideLayouts/slideLayout11.xml" Id="R314ad51ddce34484" /><Relationship Type="http://schemas.openxmlformats.org/officeDocument/2006/relationships/slideLayout" Target="/ppt/slideLayouts/slideLayout12.xml" Id="R7e9df829b6fe4313" /><Relationship Type="http://schemas.openxmlformats.org/officeDocument/2006/relationships/slideLayout" Target="/ppt/slideLayouts/slideLayout13.xml" Id="R9b9beef88b8149e8" /><Relationship Type="http://schemas.openxmlformats.org/officeDocument/2006/relationships/slideLayout" Target="/ppt/slideLayouts/slideLayout14.xml" Id="R415d10a6e6a04415" /><Relationship Type="http://schemas.openxmlformats.org/officeDocument/2006/relationships/slideLayout" Target="/ppt/slideLayouts/slideLayout15.xml" Id="Rf3137c5453a24bad" /><Relationship Type="http://schemas.openxmlformats.org/officeDocument/2006/relationships/slideLayout" Target="/ppt/slideLayouts/slideLayout16.xml" Id="R04b31b046de8452c" /><Relationship Type="http://schemas.openxmlformats.org/officeDocument/2006/relationships/slideLayout" Target="/ppt/slideLayouts/slideLayout17.xml" Id="R7d9f19f5477e44bf" /><Relationship Type="http://schemas.openxmlformats.org/officeDocument/2006/relationships/slideLayout" Target="/ppt/slideLayouts/slideLayout18.xml" Id="Ra790f2b359894b66" /><Relationship Type="http://schemas.openxmlformats.org/officeDocument/2006/relationships/slideLayout" Target="/ppt/slideLayouts/slideLayout19.xml" Id="Rc50eef8e26584818" /><Relationship Type="http://schemas.openxmlformats.org/officeDocument/2006/relationships/slideLayout" Target="/ppt/slideLayouts/slideLayout20.xml" Id="R20e4b35a54ad4ff0" /><Relationship Type="http://schemas.openxmlformats.org/officeDocument/2006/relationships/slideLayout" Target="/ppt/slideLayouts/slideLayout21.xml" Id="R4a21052947a34f70" /><Relationship Type="http://schemas.openxmlformats.org/officeDocument/2006/relationships/slideLayout" Target="/ppt/slideLayouts/slideLayout22.xml" Id="R1d5eb37c2d2c4a6a" /><Relationship Type="http://schemas.openxmlformats.org/officeDocument/2006/relationships/slideLayout" Target="/ppt/slideLayouts/slideLayout23.xml" Id="R59e8918bb107416c" /><Relationship Type="http://schemas.openxmlformats.org/officeDocument/2006/relationships/slideLayout" Target="/ppt/slideLayouts/slideLayout24.xml" Id="Rd007d34d92f342d1" /><Relationship Type="http://schemas.openxmlformats.org/officeDocument/2006/relationships/slideLayout" Target="/ppt/slideLayouts/slideLayout25.xml" Id="R7cc1fd6cb924480b" /><Relationship Type="http://schemas.openxmlformats.org/officeDocument/2006/relationships/slideLayout" Target="/ppt/slideLayouts/slideLayout26.xml" Id="R2e8c775d5f9c43db" /><Relationship Type="http://schemas.openxmlformats.org/officeDocument/2006/relationships/slideLayout" Target="/ppt/slideLayouts/slideLayout27.xml" Id="Re230eaf441294fc8" /><Relationship Type="http://schemas.openxmlformats.org/officeDocument/2006/relationships/slideLayout" Target="/ppt/slideLayouts/slideLayout28.xml" Id="R11d2d31ab5224561" /><Relationship Type="http://schemas.openxmlformats.org/officeDocument/2006/relationships/slideLayout" Target="/ppt/slideLayouts/slideLayout29.xml" Id="R9d406fb73c2e4655" /><Relationship Type="http://schemas.openxmlformats.org/officeDocument/2006/relationships/slideLayout" Target="/ppt/slideLayouts/slideLayout30.xml" Id="R1065b4a68f4d482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44753CB-6476-BF2C-3CDC-FAB102C713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4692" y="365125"/>
            <a:ext cx="11492432" cy="4431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7933DD6-9940-13F2-ECB0-1877733109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4692" y="1817556"/>
            <a:ext cx="11492432" cy="4020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5FC33D5-6A3D-626E-929B-EDEF84A7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526723" y="6576851"/>
            <a:ext cx="280401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 defTabSz="173038">
              <a:lnSpc>
                <a:spcPct val="90000"/>
              </a:lnSpc>
              <a:buNone/>
              <a:tabLst>
                <a:tab pos="230188" algn="l"/>
              </a:tabLst>
            </a:pPr>
            <a:fld id="{040BB257-551A-4736-B50F-DCF1BA034C06}" type="slidenum">
              <a:rPr sz="1100" b="1" i="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  <a:endParaRPr sz="1100" b="1" i="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1" name="Rectangle 256">
            <a:extLst xmlns:a="http://schemas.openxmlformats.org/drawingml/2006/main">
              <a:ext uri="{FF2B5EF4-FFF2-40B4-BE49-F238E27FC236}">
                <a16:creationId xmlns:a16="http://schemas.microsoft.com/office/drawing/2014/main" id="{DF5E4726-94A1-FED7-677B-96B37254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464" y="6576851"/>
            <a:ext cx="3860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chemeClr val="bg2"/>
                </a:solidFill>
                <a:latin typeface="Aptos Light"/>
                <a:ea typeface="Aptos Light"/>
                <a:cs typeface="Aptos Light"/>
              </a:rPr>
              <a:t> </a:t>
            </a:r>
          </a:p>
        </p:txBody>
      </p:sp>
      <p:pic>
        <p:nvPicPr>
          <p:cNvPr id="47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552ed15ad475f">
            <a:extLst>
              <a:ext uri="{96DAC541-7B7A-43D3-8B79-37D633B846F1}">
                <asvg:svgBlip xmlns:asvg="http://schemas.microsoft.com/office/drawing/2016/SVG/main" r:embed="Ra01ecf9bd665470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693" y="6431818"/>
            <a:ext cx="1188988" cy="2858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d14db384fc48c1"/>
    <p:sldLayoutId xmlns:r="http://schemas.openxmlformats.org/officeDocument/2006/relationships" id="2147483650" r:id="Rbd199952a0254cc7"/>
    <p:sldLayoutId xmlns:r="http://schemas.openxmlformats.org/officeDocument/2006/relationships" id="2147483651" r:id="Rc0615d4239c240e2"/>
    <p:sldLayoutId xmlns:r="http://schemas.openxmlformats.org/officeDocument/2006/relationships" id="2147483652" r:id="R0ef56fa66262416f"/>
    <p:sldLayoutId xmlns:r="http://schemas.openxmlformats.org/officeDocument/2006/relationships" id="2147483653" r:id="R46b84cc3ae184d6b"/>
    <p:sldLayoutId xmlns:r="http://schemas.openxmlformats.org/officeDocument/2006/relationships" id="2147483654" r:id="R2511c3af76754c2f"/>
    <p:sldLayoutId xmlns:r="http://schemas.openxmlformats.org/officeDocument/2006/relationships" id="2147483655" r:id="R0d0b42e4cb654f1a"/>
    <p:sldLayoutId xmlns:r="http://schemas.openxmlformats.org/officeDocument/2006/relationships" id="2147483656" r:id="R7fec2cf4dacd4cca"/>
    <p:sldLayoutId xmlns:r="http://schemas.openxmlformats.org/officeDocument/2006/relationships" id="2147483657" r:id="Rf3a3a1a503214b79"/>
    <p:sldLayoutId xmlns:r="http://schemas.openxmlformats.org/officeDocument/2006/relationships" id="2147483658" r:id="R9f0224e9c15c489d"/>
    <p:sldLayoutId xmlns:r="http://schemas.openxmlformats.org/officeDocument/2006/relationships" id="2147483659" r:id="R314ad51ddce34484"/>
    <p:sldLayoutId xmlns:r="http://schemas.openxmlformats.org/officeDocument/2006/relationships" id="2147483660" r:id="R7e9df829b6fe4313"/>
    <p:sldLayoutId xmlns:r="http://schemas.openxmlformats.org/officeDocument/2006/relationships" id="2147483661" r:id="R9b9beef88b8149e8"/>
    <p:sldLayoutId xmlns:r="http://schemas.openxmlformats.org/officeDocument/2006/relationships" id="2147483662" r:id="R415d10a6e6a04415"/>
    <p:sldLayoutId xmlns:r="http://schemas.openxmlformats.org/officeDocument/2006/relationships" id="2147483663" r:id="Rf3137c5453a24bad"/>
    <p:sldLayoutId xmlns:r="http://schemas.openxmlformats.org/officeDocument/2006/relationships" id="2147483664" r:id="R04b31b046de8452c"/>
    <p:sldLayoutId xmlns:r="http://schemas.openxmlformats.org/officeDocument/2006/relationships" id="2147483665" r:id="R7d9f19f5477e44bf"/>
    <p:sldLayoutId xmlns:r="http://schemas.openxmlformats.org/officeDocument/2006/relationships" id="2147483666" r:id="Ra790f2b359894b66"/>
    <p:sldLayoutId xmlns:r="http://schemas.openxmlformats.org/officeDocument/2006/relationships" id="2147483667" r:id="Rc50eef8e26584818"/>
    <p:sldLayoutId xmlns:r="http://schemas.openxmlformats.org/officeDocument/2006/relationships" id="2147483668" r:id="R20e4b35a54ad4ff0"/>
    <p:sldLayoutId xmlns:r="http://schemas.openxmlformats.org/officeDocument/2006/relationships" id="2147483669" r:id="R4a21052947a34f70"/>
    <p:sldLayoutId xmlns:r="http://schemas.openxmlformats.org/officeDocument/2006/relationships" id="2147483670" r:id="R1d5eb37c2d2c4a6a"/>
    <p:sldLayoutId xmlns:r="http://schemas.openxmlformats.org/officeDocument/2006/relationships" id="2147483671" r:id="R59e8918bb107416c"/>
    <p:sldLayoutId xmlns:r="http://schemas.openxmlformats.org/officeDocument/2006/relationships" id="2147483672" r:id="Rd007d34d92f342d1"/>
    <p:sldLayoutId xmlns:r="http://schemas.openxmlformats.org/officeDocument/2006/relationships" id="2147483673" r:id="R7cc1fd6cb924480b"/>
    <p:sldLayoutId xmlns:r="http://schemas.openxmlformats.org/officeDocument/2006/relationships" id="2147483674" r:id="R2e8c775d5f9c43db"/>
    <p:sldLayoutId xmlns:r="http://schemas.openxmlformats.org/officeDocument/2006/relationships" id="2147483675" r:id="Re230eaf441294fc8"/>
    <p:sldLayoutId xmlns:r="http://schemas.openxmlformats.org/officeDocument/2006/relationships" id="2147483676" r:id="R11d2d31ab5224561"/>
    <p:sldLayoutId xmlns:r="http://schemas.openxmlformats.org/officeDocument/2006/relationships" id="2147483677" r:id="R9d406fb73c2e4655"/>
    <p:sldLayoutId xmlns:r="http://schemas.openxmlformats.org/officeDocument/2006/relationships" id="2147483678" r:id="R1065b4a68f4d482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400">
        <a:lnSpc>
          <a:spcPct val="90000"/>
        </a:lnSpc>
        <a:spcBef>
          <a:spcPts val="1200"/>
        </a:spcBef>
        <a:spcAft>
          <a:spcPts val="60"/>
        </a:spcAft>
        <a:buFont typeface="Arial"/>
        <a:buNone/>
        <a:defRPr sz="2200" b="0" i="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1200"/>
        </a:spcBef>
        <a:spcAft>
          <a:spcPts val="60"/>
        </a:spcAft>
        <a:buFont typeface="Arial"/>
        <a:buChar char="•"/>
        <a:defRPr sz="1800" b="0" i="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1200"/>
        </a:spcBef>
        <a:spcAft>
          <a:spcPts val="60"/>
        </a:spcAft>
        <a:buFont typeface="Arial"/>
        <a:buChar char="•"/>
        <a:defRPr sz="1600" b="0" i="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1200"/>
        </a:spcBef>
        <a:spcAft>
          <a:spcPts val="60"/>
        </a:spcAft>
        <a:buFont typeface="Arial"/>
        <a:buChar char="•"/>
        <a:defRPr sz="1600" b="0" i="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1200"/>
        </a:spcBef>
        <a:spcAft>
          <a:spcPts val="60"/>
        </a:spcAft>
        <a:buFont typeface="Arial"/>
        <a:buChar char="•"/>
        <a:defRPr sz="1600" b="0" i="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384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RNL Presentation">
  <a:themeElements>
    <a:clrScheme name="ORNL Color TEST">
      <a:dk1>
        <a:srgbClr val="373A36"/>
      </a:dk1>
      <a:lt1>
        <a:srgbClr val="FFFFFF"/>
      </a:lt1>
      <a:dk2>
        <a:srgbClr val="00662C"/>
      </a:dk2>
      <a:lt2>
        <a:srgbClr val="DBDCDB"/>
      </a:lt2>
      <a:accent1>
        <a:srgbClr val="00454D"/>
      </a:accent1>
      <a:accent2>
        <a:srgbClr val="006BA6"/>
      </a:accent2>
      <a:accent3>
        <a:srgbClr val="00B38F"/>
      </a:accent3>
      <a:accent4>
        <a:srgbClr val="7DBA00"/>
      </a:accent4>
      <a:accent5>
        <a:srgbClr val="FF9E1B"/>
      </a:accent5>
      <a:accent6>
        <a:srgbClr val="B50093"/>
      </a:accent6>
      <a:hlink>
        <a:srgbClr val="00BDB5"/>
      </a:hlink>
      <a:folHlink>
        <a:srgbClr val="00662C"/>
      </a:folHlink>
    </a:clrScheme>
    <a:fontScheme name="aptos only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RNL Color TES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cb9d928ba04856" /><Relationship Type="http://schemas.openxmlformats.org/officeDocument/2006/relationships/image" Target="/ppt/media/image8.png" Id="Rc744b2b738f04d60" /><Relationship Type="http://schemas.openxmlformats.org/officeDocument/2006/relationships/notesSlide" Target="/ppt/notesSlides/notesSlide1.xml" Id="R4e48a085c24a4d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e155b3a104559" /><Relationship Type="http://schemas.openxmlformats.org/officeDocument/2006/relationships/notesSlide" Target="/ppt/notesSlides/notesSlide2.xml" Id="Re41030a64f51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25a72b96064396" /><Relationship Type="http://schemas.openxmlformats.org/officeDocument/2006/relationships/notesSlide" Target="/ppt/notesSlides/notesSlide3.xml" Id="R8687e90ce01545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02e1c3c63a4f97" /><Relationship Type="http://schemas.openxmlformats.org/officeDocument/2006/relationships/notesSlide" Target="/ppt/notesSlides/notesSlide4.xml" Id="R66ce035c7ce448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8c27a54464c76" /><Relationship Type="http://schemas.openxmlformats.org/officeDocument/2006/relationships/notesSlide" Target="/ppt/notesSlides/notesSlide5.xml" Id="Raef5297fd3fa42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1c20a386964c5a" /><Relationship Type="http://schemas.openxmlformats.org/officeDocument/2006/relationships/notesSlide" Target="/ppt/notesSlides/notesSlide6.xml" Id="R8cb463432ee540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green-field">
            <a:extLst xmlns:a="http://schemas.openxmlformats.org/drawingml/2006/main">
              <a:ext uri="{FF2B5EF4-FFF2-40B4-BE49-F238E27FC236}">
                <a16:creationId xmlns:a16="http://schemas.microsoft.com/office/drawing/2014/main" id="{8E3923B8-D11E-4DE5-B228-32A0EC8E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958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2C"/>
          </a:solidFill>
          <a:ln xmlns:a="http://schemas.openxmlformats.org/drawingml/2006/main" w="0">
            <a:noFill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0467C0C-3574-4F52-9C65-FA9369C6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8BFEBF"/>
                </a:solidFill>
                <a:latin typeface="Muli"/>
                <a:ea typeface="Muli"/>
                <a:cs typeface="Muli"/>
              </a:defRPr>
            </a:pPr>
            <a:r>
              <a:rPr sz="1125" b="1">
                <a:solidFill>
                  <a:srgbClr val="8BFEBF"/>
                </a:solidFill>
                <a:latin typeface="Muli"/>
                <a:ea typeface="Muli"/>
                <a:cs typeface="Muli"/>
              </a:rPr>
              <a:t>DOE PROPOSAL FIGURE 1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640FE48-4649-45CC-9FA9-88145A04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225" b="1">
                <a:solidFill>
                  <a:srgbClr val="FFFFFF"/>
                </a:solidFill>
                <a:latin typeface="Muli"/>
                <a:ea typeface="Muli"/>
                <a:cs typeface="Muli"/>
              </a:defRPr>
            </a:pPr>
            <a:r>
              <a:rPr sz="3225" b="1">
                <a:solidFill>
                  <a:srgbClr val="FFFFFF"/>
                </a:solidFill>
                <a:latin typeface="Muli"/>
                <a:ea typeface="Muli"/>
                <a:cs typeface="Muli"/>
              </a:rPr>
              <a:t>Turn a dense proposal into a reviewable visual hypothesis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5FE7F2C-BFAA-416D-BA42-A1122F64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FF8E8"/>
                </a:solidFill>
                <a:latin typeface="Muli"/>
                <a:ea typeface="Muli"/>
                <a:cs typeface="Muli"/>
              </a:defRPr>
            </a:pPr>
            <a:r>
              <a:rPr sz="1500" b="0">
                <a:solidFill>
                  <a:srgbClr val="DFF8E8"/>
                </a:solidFill>
                <a:latin typeface="Muli"/>
                <a:ea typeface="Muli"/>
                <a:cs typeface="Muli"/>
              </a:rPr>
              <a:t>How the beta.5 plugin works, why to use it before professional design, and where it fits in the proposal process</a:t>
            </a:r>
          </a:p>
        </p:txBody>
      </p:sp>
      <p:sp>
        <p:nvSpPr>
          <p:cNvPr id="5" name="cover-properties">
            <a:extLst xmlns:a="http://schemas.openxmlformats.org/drawingml/2006/main">
              <a:ext uri="{FF2B5EF4-FFF2-40B4-BE49-F238E27FC236}">
                <a16:creationId xmlns:a16="http://schemas.microsoft.com/office/drawing/2014/main" id="{C7FF4CBD-3F77-4F06-B568-D8FF6DF7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uli"/>
                <a:ea typeface="Muli"/>
                <a:cs typeface="Muli"/>
              </a:defRPr>
            </a:pPr>
            <a:r>
              <a:rPr sz="975" b="1">
                <a:solidFill>
                  <a:srgbClr val="FFFFFF"/>
                </a:solidFill>
                <a:latin typeface="Muli"/>
                <a:ea typeface="Muli"/>
                <a:cs typeface="Muli"/>
              </a:rPr>
              <a:t>SOURCE-GROUNDED  |  LABEL-FREE  |  ONE DRAFT</a:t>
            </a:r>
          </a:p>
        </p:txBody>
      </p:sp>
      <p:sp>
        <p:nvSpPr>
          <p:cNvPr id="6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CAEDAD9A-D204-40F7-B9F0-AFCD87B1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2450"/>
            <a:ext cx="702945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4b2b738f04d60"/>
          <a:stretch xmlns:a="http://schemas.openxmlformats.org/drawingml/2006/main"/>
        </p:blipFill>
        <p:spPr>
          <a:xfrm xmlns:a="http://schemas.openxmlformats.org/drawingml/2006/main">
            <a:off x="4762500" y="654050"/>
            <a:ext cx="6953250" cy="4635500"/>
          </a:xfrm>
          <a:prstGeom xmlns:a="http://schemas.openxmlformats.org/drawingml/2006/main" prst="rect">
            <a:avLst/>
          </a:prstGeom>
        </p:spPr>
      </p:pic>
      <p:sp>
        <p:nvSpPr>
          <p:cNvPr id="8" name="cover-image-caption">
            <a:extLst xmlns:a="http://schemas.openxmlformats.org/drawingml/2006/main">
              <a:ext uri="{FF2B5EF4-FFF2-40B4-BE49-F238E27FC236}">
                <a16:creationId xmlns:a16="http://schemas.microsoft.com/office/drawing/2014/main" id="{77A9A261-3AD3-4A71-A74B-7E230E9F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054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00454D"/>
                </a:solidFill>
                <a:latin typeface="Muli"/>
                <a:ea typeface="Muli"/>
                <a:cs typeface="Muli"/>
              </a:defRPr>
            </a:pPr>
            <a:r>
              <a:rPr sz="1050" b="0">
                <a:solidFill>
                  <a:srgbClr val="00454D"/>
                </a:solidFill>
                <a:latin typeface="Muli"/>
                <a:ea typeface="Muli"/>
                <a:cs typeface="Muli"/>
              </a:rPr>
              <a:t>Unedited beta.5 qualification output  |  collaboration draft, not final art</a:t>
            </a:r>
          </a:p>
        </p:txBody>
      </p:sp>
      <p:sp>
        <p:nvSpPr>
          <p:cNvPr id="9" name="cover-date">
            <a:extLst xmlns:a="http://schemas.openxmlformats.org/drawingml/2006/main">
              <a:ext uri="{FF2B5EF4-FFF2-40B4-BE49-F238E27FC236}">
                <a16:creationId xmlns:a16="http://schemas.microsoft.com/office/drawing/2014/main" id="{32052128-906B-4BB2-8773-DCD5AF99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BFEBF"/>
                </a:solidFill>
                <a:latin typeface="Muli"/>
                <a:ea typeface="Muli"/>
                <a:cs typeface="Muli"/>
              </a:defRPr>
            </a:pPr>
            <a:r>
              <a:rPr sz="975" b="1">
                <a:solidFill>
                  <a:srgbClr val="8BFEBF"/>
                </a:solidFill>
                <a:latin typeface="Muli"/>
                <a:ea typeface="Muli"/>
                <a:cs typeface="Muli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53899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raft-tag">
            <a:extLst xmlns:a="http://schemas.openxmlformats.org/drawingml/2006/main">
              <a:ext uri="{FF2B5EF4-FFF2-40B4-BE49-F238E27FC236}">
                <a16:creationId xmlns:a16="http://schemas.microsoft.com/office/drawing/2014/main" id="{5B8AE55E-9B94-499D-8ACC-4BFCA1C7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900" b="1">
                <a:solidFill>
                  <a:srgbClr val="00662C"/>
                </a:solidFill>
                <a:latin typeface="Muli"/>
                <a:ea typeface="Muli"/>
                <a:cs typeface="Muli"/>
              </a:rPr>
              <a:t>DRAFT FOR REVIEW</a:t>
            </a:r>
          </a:p>
        </p:txBody>
      </p:sp>
      <p:sp>
        <p:nvSpPr>
          <p:cNvPr id="2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3764C345-3E92-424F-963D-3D1EF6CE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1050" b="1">
                <a:solidFill>
                  <a:srgbClr val="00662C"/>
                </a:solidFill>
                <a:latin typeface="Muli"/>
                <a:ea typeface="Muli"/>
                <a:cs typeface="Muli"/>
              </a:rPr>
              <a:t>WHY USE IT</a:t>
            </a:r>
          </a:p>
        </p:txBody>
      </p:sp>
      <p:sp>
        <p:nvSpPr>
          <p:cNvPr id="3" name="assertion-headline">
            <a:extLst xmlns:a="http://schemas.openxmlformats.org/drawingml/2006/main">
              <a:ext uri="{FF2B5EF4-FFF2-40B4-BE49-F238E27FC236}">
                <a16:creationId xmlns:a16="http://schemas.microsoft.com/office/drawing/2014/main" id="{F1B31CDE-E540-463F-A233-58C716FA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9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373A36"/>
                </a:solidFill>
                <a:latin typeface="Muli"/>
                <a:ea typeface="Muli"/>
                <a:cs typeface="Muli"/>
              </a:rPr>
              <a:t>A visual hypothesis keeps the team and designer from solving different problems.</a:t>
            </a:r>
          </a:p>
        </p:txBody>
      </p:sp>
      <p:sp>
        <p:nvSpPr>
          <p:cNvPr id="4" name="slide-2-subhead">
            <a:extLst xmlns:a="http://schemas.openxmlformats.org/drawingml/2006/main">
              <a:ext uri="{FF2B5EF4-FFF2-40B4-BE49-F238E27FC236}">
                <a16:creationId xmlns:a16="http://schemas.microsoft.com/office/drawing/2014/main" id="{4DABCBF2-85A0-4572-B33E-AD087D68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0454D"/>
                </a:solidFill>
                <a:latin typeface="Muli"/>
                <a:ea typeface="Muli"/>
                <a:cs typeface="Muli"/>
              </a:defRPr>
            </a:pPr>
            <a:r>
              <a:rPr sz="1500" b="0">
                <a:solidFill>
                  <a:srgbClr val="00454D"/>
                </a:solidFill>
                <a:latin typeface="Muli"/>
                <a:ea typeface="Muli"/>
                <a:cs typeface="Muli"/>
              </a:rPr>
              <a:t>The plugin makes the first design conversation concrete without pretending the draft is finished.</a:t>
            </a:r>
          </a:p>
        </p:txBody>
      </p:sp>
      <p:sp>
        <p:nvSpPr>
          <p:cNvPr id="5" name="raw-prose-zone">
            <a:extLst xmlns:a="http://schemas.openxmlformats.org/drawingml/2006/main">
              <a:ext uri="{FF2B5EF4-FFF2-40B4-BE49-F238E27FC236}">
                <a16:creationId xmlns:a16="http://schemas.microsoft.com/office/drawing/2014/main" id="{81A975FA-22B9-4178-A6C4-625B4A9C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48101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9525">
            <a:solidFill>
              <a:srgbClr val="F1C88F"/>
            </a:solidFill>
            <a:prstDash val="solid"/>
          </a:ln>
        </p:spPr>
      </p:sp>
      <p:sp>
        <p:nvSpPr>
          <p:cNvPr id="6" name="reviewed-concept-zone">
            <a:extLst xmlns:a="http://schemas.openxmlformats.org/drawingml/2006/main">
              <a:ext uri="{FF2B5EF4-FFF2-40B4-BE49-F238E27FC236}">
                <a16:creationId xmlns:a16="http://schemas.microsoft.com/office/drawing/2014/main" id="{C9E1BDE2-7DF3-4C1F-94EF-CFE1DD00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8101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A8CDB3"/>
            </a:solidFill>
            <a:prstDash val="solid"/>
          </a:ln>
        </p:spPr>
      </p:sp>
      <p:sp>
        <p:nvSpPr>
          <p:cNvPr id="7" name="alignment-arrow">
            <a:extLst xmlns:a="http://schemas.openxmlformats.org/drawingml/2006/main">
              <a:ext uri="{FF2B5EF4-FFF2-40B4-BE49-F238E27FC236}">
                <a16:creationId xmlns:a16="http://schemas.microsoft.com/office/drawing/2014/main" id="{546CF2AE-E082-421B-92E7-52DF2491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95625"/>
            <a:ext cx="6858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34428-638B-46DC-A6A4-B9E1744B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875" b="1">
                <a:solidFill>
                  <a:srgbClr val="373A36"/>
                </a:solidFill>
                <a:latin typeface="Muli"/>
                <a:ea typeface="Muli"/>
                <a:cs typeface="Muli"/>
              </a:rPr>
              <a:t>Jumping straight from prose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66AA0-4B66-4A9B-8330-6D3E8131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000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4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1  The visual claim is still implicit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4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2  Science emphasis must be discovered during 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4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3  Early feedback stays abstract and hard to compare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3E3D7-4206-4201-B6E3-0BD75260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1875" b="1">
                <a:solidFill>
                  <a:srgbClr val="00662C"/>
                </a:solidFill>
                <a:latin typeface="Muli"/>
                <a:ea typeface="Muli"/>
                <a:cs typeface="Muli"/>
              </a:rPr>
              <a:t>Arriving with a reviewed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B0BE9-A2B3-4764-B15A-C7054E6C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4000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4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1  The source-backed funding story is visible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4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2  Scientists can correct the mechanism and payoff first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4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3  The designer starts from an agreed visual thesis</a:t>
            </a:r>
          </a:p>
        </p:txBody>
      </p:sp>
      <p:sp>
        <p:nvSpPr>
          <p:cNvPr id="12" name="slide-2-takeaway">
            <a:extLst xmlns:a="http://schemas.openxmlformats.org/drawingml/2006/main">
              <a:ext uri="{FF2B5EF4-FFF2-40B4-BE49-F238E27FC236}">
                <a16:creationId xmlns:a16="http://schemas.microsoft.com/office/drawing/2014/main" id="{16360AE3-BC3B-4B86-B093-F2275053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4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36331-981A-47F1-9BDC-E2ECE747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uli"/>
                <a:ea typeface="Muli"/>
                <a:cs typeface="Muli"/>
              </a:defRPr>
            </a:pPr>
            <a:r>
              <a:rPr sz="1650" b="1">
                <a:solidFill>
                  <a:srgbClr val="FFFFFF"/>
                </a:solidFill>
                <a:latin typeface="Muli"/>
                <a:ea typeface="Muli"/>
                <a:cs typeface="Muli"/>
              </a:rPr>
              <a:t>Result: design time can focus on final communication decisions instead of first-pass story discovery.</a:t>
            </a:r>
          </a:p>
        </p:txBody>
      </p:sp>
    </p:spTree>
    <p:extLst>
      <p:ext uri="{BB962C8B-B14F-4D97-AF65-F5344CB8AC3E}">
        <p14:creationId xmlns:p14="http://schemas.microsoft.com/office/powerpoint/2010/main" val="10750970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draft-tag">
            <a:extLst xmlns:a="http://schemas.openxmlformats.org/drawingml/2006/main">
              <a:ext uri="{FF2B5EF4-FFF2-40B4-BE49-F238E27FC236}">
                <a16:creationId xmlns:a16="http://schemas.microsoft.com/office/drawing/2014/main" id="{47C94308-16DD-40A7-BC6A-C31734C1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900" b="1">
                <a:solidFill>
                  <a:srgbClr val="00662C"/>
                </a:solidFill>
                <a:latin typeface="Muli"/>
                <a:ea typeface="Muli"/>
                <a:cs typeface="Muli"/>
              </a:rPr>
              <a:t>DRAFT FOR REVIEW</a:t>
            </a:r>
          </a:p>
        </p:txBody>
      </p:sp>
      <p:sp>
        <p:nvSpPr>
          <p:cNvPr id="2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B0A0357C-0A6E-4C5E-9FA9-0DD6798B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1050" b="1">
                <a:solidFill>
                  <a:srgbClr val="00662C"/>
                </a:solidFill>
                <a:latin typeface="Muli"/>
                <a:ea typeface="Muli"/>
                <a:cs typeface="Muli"/>
              </a:rPr>
              <a:t>GETTING STARTED</a:t>
            </a:r>
          </a:p>
        </p:txBody>
      </p:sp>
      <p:sp>
        <p:nvSpPr>
          <p:cNvPr id="3" name="assertion-headline">
            <a:extLst xmlns:a="http://schemas.openxmlformats.org/drawingml/2006/main">
              <a:ext uri="{FF2B5EF4-FFF2-40B4-BE49-F238E27FC236}">
                <a16:creationId xmlns:a16="http://schemas.microsoft.com/office/drawing/2014/main" id="{17CA510F-503F-4FAF-9DA3-C6210156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373A36"/>
                </a:solidFill>
                <a:latin typeface="Muli"/>
                <a:ea typeface="Muli"/>
                <a:cs typeface="Muli"/>
              </a:rPr>
              <a:t>Plugin installation and first use</a:t>
            </a:r>
          </a:p>
        </p:txBody>
      </p:sp>
      <p:sp>
        <p:nvSpPr>
          <p:cNvPr id="4" name="slide-3-subhead">
            <a:extLst xmlns:a="http://schemas.openxmlformats.org/drawingml/2006/main">
              <a:ext uri="{FF2B5EF4-FFF2-40B4-BE49-F238E27FC236}">
                <a16:creationId xmlns:a16="http://schemas.microsoft.com/office/drawing/2014/main" id="{F9CDFBD0-DBD4-439D-B580-CA643B4E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0454D"/>
                </a:solidFill>
                <a:latin typeface="Muli"/>
                <a:ea typeface="Muli"/>
                <a:cs typeface="Muli"/>
              </a:defRPr>
            </a:pPr>
            <a:r>
              <a:rPr sz="1500" b="0">
                <a:solidFill>
                  <a:srgbClr val="00454D"/>
                </a:solidFill>
                <a:latin typeface="Muli"/>
                <a:ea typeface="Muli"/>
                <a:cs typeface="Muli"/>
              </a:rPr>
              <a:t>The directory is the recommended route. The verified ZIP remains available when directory access is blocked.</a:t>
            </a:r>
          </a:p>
        </p:txBody>
      </p:sp>
      <p:sp>
        <p:nvSpPr>
          <p:cNvPr id="5" name="install-step-1">
            <a:extLst xmlns:a="http://schemas.openxmlformats.org/drawingml/2006/main">
              <a:ext uri="{FF2B5EF4-FFF2-40B4-BE49-F238E27FC236}">
                <a16:creationId xmlns:a16="http://schemas.microsoft.com/office/drawing/2014/main" id="{30E4368A-77BB-4A56-8112-82C6A423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6" name="install-step-accent-1">
            <a:extLst xmlns:a="http://schemas.openxmlformats.org/drawingml/2006/main">
              <a:ext uri="{FF2B5EF4-FFF2-40B4-BE49-F238E27FC236}">
                <a16:creationId xmlns:a16="http://schemas.microsoft.com/office/drawing/2014/main" id="{F1635828-6ECE-45E5-B60E-B8EB9C28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2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CC664-3663-4E11-9AFD-446DBBD3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1575" b="1">
                <a:solidFill>
                  <a:srgbClr val="00662C"/>
                </a:solidFill>
                <a:latin typeface="Muli"/>
                <a:ea typeface="Muli"/>
                <a:cs typeface="Mul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286E7-12B4-42F2-A5E5-504A37F6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800" b="1">
                <a:solidFill>
                  <a:srgbClr val="373A36"/>
                </a:solidFill>
                <a:latin typeface="Muli"/>
                <a:ea typeface="Muli"/>
                <a:cs typeface="Muli"/>
              </a:rPr>
              <a:t>Open the listing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C7A48-B486-4125-A6D5-0DA6D0C1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27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Use the direct ChatGPT Plugins link shown below.</a:t>
            </a:r>
          </a:p>
        </p:txBody>
      </p:sp>
      <p:sp>
        <p:nvSpPr>
          <p:cNvPr id="10" name="install-arrow-1">
            <a:extLst xmlns:a="http://schemas.openxmlformats.org/drawingml/2006/main">
              <a:ext uri="{FF2B5EF4-FFF2-40B4-BE49-F238E27FC236}">
                <a16:creationId xmlns:a16="http://schemas.microsoft.com/office/drawing/2014/main" id="{71CFC0EE-D448-48CD-832B-079632BA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38450"/>
            <a:ext cx="457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11" name="install-step-2">
            <a:extLst xmlns:a="http://schemas.openxmlformats.org/drawingml/2006/main">
              <a:ext uri="{FF2B5EF4-FFF2-40B4-BE49-F238E27FC236}">
                <a16:creationId xmlns:a16="http://schemas.microsoft.com/office/drawing/2014/main" id="{7E7ED25F-8E0C-4F25-8707-044EABBC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8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12" name="install-step-accent-2">
            <a:extLst xmlns:a="http://schemas.openxmlformats.org/drawingml/2006/main">
              <a:ext uri="{FF2B5EF4-FFF2-40B4-BE49-F238E27FC236}">
                <a16:creationId xmlns:a16="http://schemas.microsoft.com/office/drawing/2014/main" id="{DC09966F-1B74-45BA-81CF-A97F745C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1390A-23E5-4D7C-8E77-4081EBE4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38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6BA6"/>
                </a:solidFill>
                <a:latin typeface="Muli"/>
                <a:ea typeface="Muli"/>
                <a:cs typeface="Muli"/>
              </a:defRPr>
            </a:pPr>
            <a:r>
              <a:rPr sz="1575" b="1">
                <a:solidFill>
                  <a:srgbClr val="006BA6"/>
                </a:solidFill>
                <a:latin typeface="Muli"/>
                <a:ea typeface="Muli"/>
                <a:cs typeface="Mul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E7C41-109B-49BA-BAC1-B6D6756E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800" b="1">
                <a:solidFill>
                  <a:srgbClr val="373A36"/>
                </a:solidFill>
                <a:latin typeface="Muli"/>
                <a:ea typeface="Muli"/>
                <a:cs typeface="Muli"/>
              </a:rPr>
              <a:t>Select + Install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4898B-3A4A-4968-88E5-092AABA1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14700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27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Confirm DOE Proposal Figure 1 and version 1.2.0-beta.5, then install it.</a:t>
            </a:r>
          </a:p>
        </p:txBody>
      </p:sp>
      <p:sp>
        <p:nvSpPr>
          <p:cNvPr id="16" name="install-arrow-2">
            <a:extLst xmlns:a="http://schemas.openxmlformats.org/drawingml/2006/main">
              <a:ext uri="{FF2B5EF4-FFF2-40B4-BE49-F238E27FC236}">
                <a16:creationId xmlns:a16="http://schemas.microsoft.com/office/drawing/2014/main" id="{5D741B41-73DA-485B-AD75-E2B62420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38450"/>
            <a:ext cx="457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17" name="install-step-3">
            <a:extLst xmlns:a="http://schemas.openxmlformats.org/drawingml/2006/main">
              <a:ext uri="{FF2B5EF4-FFF2-40B4-BE49-F238E27FC236}">
                <a16:creationId xmlns:a16="http://schemas.microsoft.com/office/drawing/2014/main" id="{F9C87AD5-D969-4905-8E80-96D53FC9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18" name="install-step-accent-3">
            <a:extLst xmlns:a="http://schemas.openxmlformats.org/drawingml/2006/main">
              <a:ext uri="{FF2B5EF4-FFF2-40B4-BE49-F238E27FC236}">
                <a16:creationId xmlns:a16="http://schemas.microsoft.com/office/drawing/2014/main" id="{E0DE131A-748C-40AC-BDFC-5C3018E6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E1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D3349-1C67-41F4-ADD8-FB0F4493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38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9E1B"/>
                </a:solidFill>
                <a:latin typeface="Muli"/>
                <a:ea typeface="Muli"/>
                <a:cs typeface="Muli"/>
              </a:defRPr>
            </a:pPr>
            <a:r>
              <a:rPr sz="1575" b="1">
                <a:solidFill>
                  <a:srgbClr val="FF9E1B"/>
                </a:solidFill>
                <a:latin typeface="Muli"/>
                <a:ea typeface="Muli"/>
                <a:cs typeface="Mul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92C83-843F-4E6C-9001-CF2C53C4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051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800" b="1">
                <a:solidFill>
                  <a:srgbClr val="373A36"/>
                </a:solidFill>
                <a:latin typeface="Muli"/>
                <a:ea typeface="Muli"/>
                <a:cs typeface="Muli"/>
              </a:rPr>
              <a:t>Begin a new 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79AD7-A287-4BE4-95B1-0EAADD5D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14700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27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Attach the proposal. Type @ if needed, then paste the Figure 1 use prompt.</a:t>
            </a:r>
          </a:p>
        </p:txBody>
      </p:sp>
      <p:sp>
        <p:nvSpPr>
          <p:cNvPr id="22" name="plugin-directory-link-field">
            <a:extLst xmlns:a="http://schemas.openxmlformats.org/drawingml/2006/main">
              <a:ext uri="{FF2B5EF4-FFF2-40B4-BE49-F238E27FC236}">
                <a16:creationId xmlns:a16="http://schemas.microsoft.com/office/drawing/2014/main" id="{964DC210-709F-4684-B3A4-A67D954C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62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5D854-4390-4106-A78D-83FA0AF5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825" b="1">
                <a:solidFill>
                  <a:srgbClr val="00662C"/>
                </a:solidFill>
                <a:latin typeface="Muli"/>
                <a:ea typeface="Muli"/>
                <a:cs typeface="Muli"/>
              </a:rPr>
              <a:t>RECOMMENDED PLUGIN LINK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FBA9B5-EF0A-455F-A008-F6B999F6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10439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006BA6"/>
                </a:solidFill>
                <a:latin typeface="Muli"/>
                <a:ea typeface="Muli"/>
                <a:cs typeface="Muli"/>
              </a:defRPr>
            </a:pPr>
            <a:r>
              <a:rPr sz="975" b="0">
                <a:solidFill>
                  <a:srgbClr val="006BA6"/>
                </a:solidFill>
                <a:latin typeface="Muli"/>
                <a:ea typeface="Muli"/>
                <a:cs typeface="Muli"/>
              </a:rPr>
              <a:t>https://chatgpt.com/plugins/Plugin_a3d052654ad88191873ab54059f268a4?open_in_app</a:t>
            </a:r>
          </a:p>
        </p:txBody>
      </p:sp>
      <p:sp>
        <p:nvSpPr>
          <p:cNvPr id="25" name="manual-install-fallback">
            <a:extLst xmlns:a="http://schemas.openxmlformats.org/drawingml/2006/main">
              <a:ext uri="{FF2B5EF4-FFF2-40B4-BE49-F238E27FC236}">
                <a16:creationId xmlns:a16="http://schemas.microsoft.com/office/drawing/2014/main" id="{F3E176BF-A1FE-4388-9FD1-C1D91302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4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D3F7A3-CDF4-474C-8438-D6A42690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uli"/>
                <a:ea typeface="Muli"/>
                <a:cs typeface="Muli"/>
              </a:defRPr>
            </a:pPr>
            <a:r>
              <a:rPr sz="1500" b="1">
                <a:solidFill>
                  <a:srgbClr val="FFFFFF"/>
                </a:solidFill>
                <a:latin typeface="Muli"/>
                <a:ea typeface="Muli"/>
                <a:cs typeface="Muli"/>
              </a:rPr>
              <a:t>Manual fallback: use the checked ZIP and SHA-256 installation prompt in the Team Apps guide.</a:t>
            </a:r>
          </a:p>
        </p:txBody>
      </p:sp>
    </p:spTree>
    <p:extLst>
      <p:ext uri="{BB962C8B-B14F-4D97-AF65-F5344CB8AC3E}">
        <p14:creationId xmlns:p14="http://schemas.microsoft.com/office/powerpoint/2010/main" val="13705803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draft-tag">
            <a:extLst xmlns:a="http://schemas.openxmlformats.org/drawingml/2006/main">
              <a:ext uri="{FF2B5EF4-FFF2-40B4-BE49-F238E27FC236}">
                <a16:creationId xmlns:a16="http://schemas.microsoft.com/office/drawing/2014/main" id="{1E4E0F82-F819-429B-9FB5-F310EF21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900" b="1">
                <a:solidFill>
                  <a:srgbClr val="00662C"/>
                </a:solidFill>
                <a:latin typeface="Muli"/>
                <a:ea typeface="Muli"/>
                <a:cs typeface="Muli"/>
              </a:rPr>
              <a:t>DRAFT FOR REVIEW</a:t>
            </a:r>
          </a:p>
        </p:txBody>
      </p:sp>
      <p:sp>
        <p:nvSpPr>
          <p:cNvPr id="2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9016AC02-C5AB-4EBB-891C-93ACC9B3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1050" b="1">
                <a:solidFill>
                  <a:srgbClr val="00662C"/>
                </a:solidFill>
                <a:latin typeface="Muli"/>
                <a:ea typeface="Muli"/>
                <a:cs typeface="Muli"/>
              </a:rPr>
              <a:t>HOW IT WORKS</a:t>
            </a:r>
          </a:p>
        </p:txBody>
      </p:sp>
      <p:sp>
        <p:nvSpPr>
          <p:cNvPr id="3" name="assertion-headline">
            <a:extLst xmlns:a="http://schemas.openxmlformats.org/drawingml/2006/main">
              <a:ext uri="{FF2B5EF4-FFF2-40B4-BE49-F238E27FC236}">
                <a16:creationId xmlns:a16="http://schemas.microsoft.com/office/drawing/2014/main" id="{06101529-43C7-4177-B429-7762D9C8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9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373A36"/>
                </a:solidFill>
                <a:latin typeface="Muli"/>
                <a:ea typeface="Muli"/>
                <a:cs typeface="Muli"/>
              </a:rPr>
              <a:t>The plugin freezes the funding logic before it asks the image model to draw.</a:t>
            </a:r>
          </a:p>
        </p:txBody>
      </p:sp>
      <p:sp>
        <p:nvSpPr>
          <p:cNvPr id="4" name="slide-3-subhead">
            <a:extLst xmlns:a="http://schemas.openxmlformats.org/drawingml/2006/main">
              <a:ext uri="{FF2B5EF4-FFF2-40B4-BE49-F238E27FC236}">
                <a16:creationId xmlns:a16="http://schemas.microsoft.com/office/drawing/2014/main" id="{D270151A-6302-4168-801D-0D40AA2D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0454D"/>
                </a:solidFill>
                <a:latin typeface="Muli"/>
                <a:ea typeface="Muli"/>
                <a:cs typeface="Muli"/>
              </a:defRPr>
            </a:pPr>
            <a:r>
              <a:rPr sz="1500" b="0">
                <a:solidFill>
                  <a:srgbClr val="00454D"/>
                </a:solidFill>
                <a:latin typeface="Muli"/>
                <a:ea typeface="Muli"/>
                <a:cs typeface="Muli"/>
              </a:rPr>
              <a:t>Every stage keeps the proposal as the authority and leaves a local evidence trail.</a:t>
            </a:r>
          </a:p>
        </p:txBody>
      </p:sp>
      <p:sp>
        <p:nvSpPr>
          <p:cNvPr id="5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89B7E6CF-20C8-4B27-BD45-E0DAA191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48000"/>
            <a:ext cx="2667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6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26B36570-E0B8-491C-BA21-6C9BF227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48000"/>
            <a:ext cx="2667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7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2E3283BA-78F9-4903-94A7-6EBA6771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48000"/>
            <a:ext cx="2667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8" name="workflow-arrow-4">
            <a:extLst xmlns:a="http://schemas.openxmlformats.org/drawingml/2006/main">
              <a:ext uri="{FF2B5EF4-FFF2-40B4-BE49-F238E27FC236}">
                <a16:creationId xmlns:a16="http://schemas.microsoft.com/office/drawing/2014/main" id="{42E7C1AA-A84B-4B4D-A6AC-C56F8D50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48000"/>
            <a:ext cx="2667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9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225CA6E0-2C82-410B-909E-C15A9BF2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19050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10" name="workflow-accent-1">
            <a:extLst xmlns:a="http://schemas.openxmlformats.org/drawingml/2006/main">
              <a:ext uri="{FF2B5EF4-FFF2-40B4-BE49-F238E27FC236}">
                <a16:creationId xmlns:a16="http://schemas.microsoft.com/office/drawing/2014/main" id="{C6063246-2319-44E9-9B5B-CD3B1E13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2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E7276-13A9-4FB1-BB1E-658C4F13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1650" b="1">
                <a:solidFill>
                  <a:srgbClr val="00662C"/>
                </a:solidFill>
                <a:latin typeface="Muli"/>
                <a:ea typeface="Muli"/>
                <a:cs typeface="Mul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04EC6-A010-46E6-AF95-EF5B4137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725" b="1">
                <a:solidFill>
                  <a:srgbClr val="373A36"/>
                </a:solidFill>
                <a:latin typeface="Muli"/>
                <a:ea typeface="Muli"/>
                <a:cs typeface="Muli"/>
              </a:rPr>
              <a:t>Read the 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04B07-5F87-42A4-B1C7-B46AB81D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200" b="0">
                <a:solidFill>
                  <a:srgbClr val="373A36"/>
                </a:solidFill>
                <a:latin typeface="Muli"/>
                <a:ea typeface="Muli"/>
                <a:cs typeface="Muli"/>
              </a:rPr>
              <a:t>Open the source itself and verify exact supporting passages.</a:t>
            </a:r>
          </a:p>
        </p:txBody>
      </p:sp>
      <p:sp>
        <p:nvSpPr>
          <p:cNvPr id="14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B60FC01C-7BD6-4C93-9D93-ACFA998C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47875"/>
            <a:ext cx="19050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8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15" name="workflow-accent-2">
            <a:extLst xmlns:a="http://schemas.openxmlformats.org/drawingml/2006/main">
              <a:ext uri="{FF2B5EF4-FFF2-40B4-BE49-F238E27FC236}">
                <a16:creationId xmlns:a16="http://schemas.microsoft.com/office/drawing/2014/main" id="{91162964-E091-40E2-9C52-B2BD2DF3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4787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0FE50-1791-4576-A145-03BA6F17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05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454D"/>
                </a:solidFill>
                <a:latin typeface="Muli"/>
                <a:ea typeface="Muli"/>
                <a:cs typeface="Muli"/>
              </a:defRPr>
            </a:pPr>
            <a:r>
              <a:rPr sz="1650" b="1">
                <a:solidFill>
                  <a:srgbClr val="00454D"/>
                </a:solidFill>
                <a:latin typeface="Muli"/>
                <a:ea typeface="Muli"/>
                <a:cs typeface="Mul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336B6-A1C7-48E2-ADFC-D2A634F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7177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725" b="1">
                <a:solidFill>
                  <a:srgbClr val="373A36"/>
                </a:solidFill>
                <a:latin typeface="Muli"/>
                <a:ea typeface="Muli"/>
                <a:cs typeface="Muli"/>
              </a:rPr>
              <a:t>Lock the science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83DCD-53AA-4047-A354-9188D8FA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4805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200" b="0">
                <a:solidFill>
                  <a:srgbClr val="373A36"/>
                </a:solidFill>
                <a:latin typeface="Muli"/>
                <a:ea typeface="Muli"/>
                <a:cs typeface="Muli"/>
              </a:rPr>
              <a:t>Freeze the before state, action, changed after state, payoff, and topology.</a:t>
            </a:r>
          </a:p>
        </p:txBody>
      </p:sp>
      <p:sp>
        <p:nvSpPr>
          <p:cNvPr id="19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666361BB-4CC5-4D67-B93C-9AB0AFD7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47875"/>
            <a:ext cx="19050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20" name="workflow-accent-3">
            <a:extLst xmlns:a="http://schemas.openxmlformats.org/drawingml/2006/main">
              <a:ext uri="{FF2B5EF4-FFF2-40B4-BE49-F238E27FC236}">
                <a16:creationId xmlns:a16="http://schemas.microsoft.com/office/drawing/2014/main" id="{ABACA362-B0F3-4391-AD80-A1B98785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4787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8677B-909F-4524-9A78-B47650DB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05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6BA6"/>
                </a:solidFill>
                <a:latin typeface="Muli"/>
                <a:ea typeface="Muli"/>
                <a:cs typeface="Muli"/>
              </a:defRPr>
            </a:pPr>
            <a:r>
              <a:rPr sz="1650" b="1">
                <a:solidFill>
                  <a:srgbClr val="006BA6"/>
                </a:solidFill>
                <a:latin typeface="Muli"/>
                <a:ea typeface="Muli"/>
                <a:cs typeface="Mul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91EFC-2416-4D92-94D4-67574055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7177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725" b="1">
                <a:solidFill>
                  <a:srgbClr val="373A36"/>
                </a:solidFill>
                <a:latin typeface="Muli"/>
                <a:ea typeface="Muli"/>
                <a:cs typeface="Muli"/>
              </a:rPr>
              <a:t>Plan the visual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F90E0-36B4-474A-B952-DCBBEDAD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4805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5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200" b="0">
                <a:solidFill>
                  <a:srgbClr val="373A36"/>
                </a:solidFill>
                <a:latin typeface="Muli"/>
                <a:ea typeface="Muli"/>
                <a:cs typeface="Muli"/>
              </a:rPr>
              <a:t>Choose three to five proposal-specific forms and two credible candidate structures.</a:t>
            </a:r>
          </a:p>
        </p:txBody>
      </p:sp>
      <p:sp>
        <p:nvSpPr>
          <p:cNvPr id="24" name="workflow-step-4">
            <a:extLst xmlns:a="http://schemas.openxmlformats.org/drawingml/2006/main">
              <a:ext uri="{FF2B5EF4-FFF2-40B4-BE49-F238E27FC236}">
                <a16:creationId xmlns:a16="http://schemas.microsoft.com/office/drawing/2014/main" id="{A8CE8D9B-987B-42E0-B35F-D6527B5F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47875"/>
            <a:ext cx="19050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25" name="workflow-accent-4">
            <a:extLst xmlns:a="http://schemas.openxmlformats.org/drawingml/2006/main">
              <a:ext uri="{FF2B5EF4-FFF2-40B4-BE49-F238E27FC236}">
                <a16:creationId xmlns:a16="http://schemas.microsoft.com/office/drawing/2014/main" id="{112BA80F-729C-467F-8DB7-507C11D6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4787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E1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957F0-0507-4BB3-9B78-6FCE1517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05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9E1B"/>
                </a:solidFill>
                <a:latin typeface="Muli"/>
                <a:ea typeface="Muli"/>
                <a:cs typeface="Muli"/>
              </a:defRPr>
            </a:pPr>
            <a:r>
              <a:rPr sz="1650" b="1">
                <a:solidFill>
                  <a:srgbClr val="FF9E1B"/>
                </a:solidFill>
                <a:latin typeface="Muli"/>
                <a:ea typeface="Muli"/>
                <a:cs typeface="Mul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3713A8-E4E4-4B39-8EDA-C297E396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7177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725" b="1">
                <a:solidFill>
                  <a:srgbClr val="373A36"/>
                </a:solidFill>
                <a:latin typeface="Muli"/>
                <a:ea typeface="Muli"/>
                <a:cs typeface="Muli"/>
              </a:rPr>
              <a:t>Generate and inspect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7D609A-35F0-416C-9266-0D6F22C6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200" b="0">
                <a:solidFill>
                  <a:srgbClr val="373A36"/>
                </a:solidFill>
                <a:latin typeface="Muli"/>
                <a:ea typeface="Muli"/>
                <a:cs typeface="Muli"/>
              </a:rPr>
              <a:t>Create two label-free PNGs, inspect the actual rasters, and allow at most one focused repair.</a:t>
            </a:r>
          </a:p>
        </p:txBody>
      </p:sp>
      <p:sp>
        <p:nvSpPr>
          <p:cNvPr id="29" name="workflow-step-5">
            <a:extLst xmlns:a="http://schemas.openxmlformats.org/drawingml/2006/main">
              <a:ext uri="{FF2B5EF4-FFF2-40B4-BE49-F238E27FC236}">
                <a16:creationId xmlns:a16="http://schemas.microsoft.com/office/drawing/2014/main" id="{84330B87-96A4-4247-9E74-CC3CDCE7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47875"/>
            <a:ext cx="19050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30" name="workflow-accent-5">
            <a:extLst xmlns:a="http://schemas.openxmlformats.org/drawingml/2006/main">
              <a:ext uri="{FF2B5EF4-FFF2-40B4-BE49-F238E27FC236}">
                <a16:creationId xmlns:a16="http://schemas.microsoft.com/office/drawing/2014/main" id="{492868A4-8F63-491B-A198-198DA93E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4787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18E374-A4E9-4596-818A-D367C718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05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DBA00"/>
                </a:solidFill>
                <a:latin typeface="Muli"/>
                <a:ea typeface="Muli"/>
                <a:cs typeface="Muli"/>
              </a:defRPr>
            </a:pPr>
            <a:r>
              <a:rPr sz="1650" b="1">
                <a:solidFill>
                  <a:srgbClr val="7DBA00"/>
                </a:solidFill>
                <a:latin typeface="Muli"/>
                <a:ea typeface="Muli"/>
                <a:cs typeface="Mul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DB4812-49E9-42E1-8CF8-D752576A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7177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725" b="1">
                <a:solidFill>
                  <a:srgbClr val="373A36"/>
                </a:solidFill>
                <a:latin typeface="Muli"/>
                <a:ea typeface="Muli"/>
                <a:cs typeface="Muli"/>
              </a:rPr>
              <a:t>Return one draft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25A914-031E-47C1-9F56-D0D7DC8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4805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200" b="0">
                <a:solidFill>
                  <a:srgbClr val="373A36"/>
                </a:solidFill>
                <a:latin typeface="Muli"/>
                <a:ea typeface="Muli"/>
                <a:cs typeface="Muli"/>
              </a:rPr>
              <a:t>Deliver the strongest collaboration PNG with color-role and remaining-review notes.</a:t>
            </a:r>
          </a:p>
        </p:txBody>
      </p:sp>
      <p:sp>
        <p:nvSpPr>
          <p:cNvPr id="34" name="workflow-boundary">
            <a:extLst xmlns:a="http://schemas.openxmlformats.org/drawingml/2006/main">
              <a:ext uri="{FF2B5EF4-FFF2-40B4-BE49-F238E27FC236}">
                <a16:creationId xmlns:a16="http://schemas.microsoft.com/office/drawing/2014/main" id="{1567D6A6-8232-4D99-9FF8-723C3BCB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4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A148D7-CF3C-496C-AAE6-7E46D823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uli"/>
                <a:ea typeface="Muli"/>
                <a:cs typeface="Muli"/>
              </a:defRPr>
            </a:pPr>
            <a:r>
              <a:rPr sz="1725" b="1">
                <a:solidFill>
                  <a:srgbClr val="FFFFFF"/>
                </a:solidFill>
                <a:latin typeface="Muli"/>
                <a:ea typeface="Muli"/>
                <a:cs typeface="Muli"/>
              </a:rPr>
              <a:t>The model sees a bounded visual brief, not an unstructured copy of the whole proposal.</a:t>
            </a:r>
          </a:p>
        </p:txBody>
      </p:sp>
    </p:spTree>
    <p:extLst>
      <p:ext uri="{BB962C8B-B14F-4D97-AF65-F5344CB8AC3E}">
        <p14:creationId xmlns:p14="http://schemas.microsoft.com/office/powerpoint/2010/main" val="2107046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draft-tag">
            <a:extLst xmlns:a="http://schemas.openxmlformats.org/drawingml/2006/main">
              <a:ext uri="{FF2B5EF4-FFF2-40B4-BE49-F238E27FC236}">
                <a16:creationId xmlns:a16="http://schemas.microsoft.com/office/drawing/2014/main" id="{306C2CC0-AC07-44B5-BE8F-8BA02BD5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900" b="1">
                <a:solidFill>
                  <a:srgbClr val="00662C"/>
                </a:solidFill>
                <a:latin typeface="Muli"/>
                <a:ea typeface="Muli"/>
                <a:cs typeface="Muli"/>
              </a:rPr>
              <a:t>DRAFT FOR REVIEW</a:t>
            </a:r>
          </a:p>
        </p:txBody>
      </p:sp>
      <p:sp>
        <p:nvSpPr>
          <p:cNvPr id="2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3A76C615-19E5-4B66-9E91-CAAFB45F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1050" b="1">
                <a:solidFill>
                  <a:srgbClr val="00662C"/>
                </a:solidFill>
                <a:latin typeface="Muli"/>
                <a:ea typeface="Muli"/>
                <a:cs typeface="Muli"/>
              </a:rPr>
              <a:t>WHERE IT FITS</a:t>
            </a:r>
          </a:p>
        </p:txBody>
      </p:sp>
      <p:sp>
        <p:nvSpPr>
          <p:cNvPr id="3" name="assertion-headline">
            <a:extLst xmlns:a="http://schemas.openxmlformats.org/drawingml/2006/main">
              <a:ext uri="{FF2B5EF4-FFF2-40B4-BE49-F238E27FC236}">
                <a16:creationId xmlns:a16="http://schemas.microsoft.com/office/drawing/2014/main" id="{8994E54B-08E1-4E46-8FB4-6981BE62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9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373A36"/>
                </a:solidFill>
                <a:latin typeface="Muli"/>
                <a:ea typeface="Muli"/>
                <a:cs typeface="Muli"/>
              </a:rPr>
              <a:t>It fits between scientific story development and professional visual design.</a:t>
            </a:r>
          </a:p>
        </p:txBody>
      </p:sp>
      <p:sp>
        <p:nvSpPr>
          <p:cNvPr id="4" name="slide-4-subhead">
            <a:extLst xmlns:a="http://schemas.openxmlformats.org/drawingml/2006/main">
              <a:ext uri="{FF2B5EF4-FFF2-40B4-BE49-F238E27FC236}">
                <a16:creationId xmlns:a16="http://schemas.microsoft.com/office/drawing/2014/main" id="{1AA48330-2011-4216-862A-51E4B664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0454D"/>
                </a:solidFill>
                <a:latin typeface="Muli"/>
                <a:ea typeface="Muli"/>
                <a:cs typeface="Muli"/>
              </a:defRPr>
            </a:pPr>
            <a:r>
              <a:rPr sz="1500" b="0">
                <a:solidFill>
                  <a:srgbClr val="00454D"/>
                </a:solidFill>
                <a:latin typeface="Muli"/>
                <a:ea typeface="Muli"/>
                <a:cs typeface="Muli"/>
              </a:rPr>
              <a:t>The plugin narrows ambiguity; responsibility stays with the proposal team and designer.</a:t>
            </a:r>
          </a:p>
        </p:txBody>
      </p:sp>
      <p:sp>
        <p:nvSpPr>
          <p:cNvPr id="5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88A8EA98-B178-48B0-9831-876B6F8B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905125"/>
            <a:ext cx="2667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6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1083AE7C-48D9-455E-ACA4-AD5188EF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905125"/>
            <a:ext cx="2667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7" name="process-arrow-3">
            <a:extLst xmlns:a="http://schemas.openxmlformats.org/drawingml/2006/main">
              <a:ext uri="{FF2B5EF4-FFF2-40B4-BE49-F238E27FC236}">
                <a16:creationId xmlns:a16="http://schemas.microsoft.com/office/drawing/2014/main" id="{CD22BE30-141D-4756-9B26-20757BD3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905125"/>
            <a:ext cx="2667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8" name="process-arrow-4">
            <a:extLst xmlns:a="http://schemas.openxmlformats.org/drawingml/2006/main">
              <a:ext uri="{FF2B5EF4-FFF2-40B4-BE49-F238E27FC236}">
                <a16:creationId xmlns:a16="http://schemas.microsoft.com/office/drawing/2014/main" id="{280CBD18-9931-4AE7-9E1A-0F19F73D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905125"/>
            <a:ext cx="2667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9" name="process-stage-1">
            <a:extLst xmlns:a="http://schemas.openxmlformats.org/drawingml/2006/main">
              <a:ext uri="{FF2B5EF4-FFF2-40B4-BE49-F238E27FC236}">
                <a16:creationId xmlns:a16="http://schemas.microsoft.com/office/drawing/2014/main" id="{9639F1A2-573D-429E-A296-B791A7C1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1809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10" name="process-stage-accent-1">
            <a:extLst xmlns:a="http://schemas.openxmlformats.org/drawingml/2006/main">
              <a:ext uri="{FF2B5EF4-FFF2-40B4-BE49-F238E27FC236}">
                <a16:creationId xmlns:a16="http://schemas.microsoft.com/office/drawing/2014/main" id="{E695A904-F525-499D-9FE2-A0A2F309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2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03C9B-5D8E-46DB-BDCC-47157559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09825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575" b="1">
                <a:solidFill>
                  <a:srgbClr val="373A36"/>
                </a:solidFill>
                <a:latin typeface="Muli"/>
                <a:ea typeface="Muli"/>
                <a:cs typeface="Muli"/>
              </a:rPr>
              <a:t>Develop the scientific 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87E60-0AC0-4458-918A-F7DA6BE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09925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1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Substantive narrative, claims, and source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256AD-8D7F-4841-94F9-2ABD7C17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3053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975" b="1">
                <a:solidFill>
                  <a:srgbClr val="00662C"/>
                </a:solidFill>
                <a:latin typeface="Muli"/>
                <a:ea typeface="Muli"/>
                <a:cs typeface="Muli"/>
              </a:rPr>
              <a:t>PROPOSAL AUTHOR + SCIENTISTS</a:t>
            </a:r>
          </a:p>
        </p:txBody>
      </p:sp>
      <p:sp>
        <p:nvSpPr>
          <p:cNvPr id="14" name="process-stage-2">
            <a:extLst xmlns:a="http://schemas.openxmlformats.org/drawingml/2006/main">
              <a:ext uri="{FF2B5EF4-FFF2-40B4-BE49-F238E27FC236}">
                <a16:creationId xmlns:a16="http://schemas.microsoft.com/office/drawing/2014/main" id="{BE684636-88FD-4037-B5BD-AD965F51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43125"/>
            <a:ext cx="1809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15" name="process-stage-accent-2">
            <a:extLst xmlns:a="http://schemas.openxmlformats.org/drawingml/2006/main">
              <a:ext uri="{FF2B5EF4-FFF2-40B4-BE49-F238E27FC236}">
                <a16:creationId xmlns:a16="http://schemas.microsoft.com/office/drawing/2014/main" id="{926266FF-F4D9-4719-B47F-43783AFC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43125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E1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07395-4D11-488E-A166-99D45A35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9825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575" b="1">
                <a:solidFill>
                  <a:srgbClr val="373A36"/>
                </a:solidFill>
                <a:latin typeface="Muli"/>
                <a:ea typeface="Muli"/>
                <a:cs typeface="Muli"/>
              </a:rPr>
              <a:t>Create a visual hypothesis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62772-37E5-4E06-9EE3-DCBD572A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09925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1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Source lock, two candidates, one label-free 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35C32-DCF5-4FA2-B3E4-94AEE764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3053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9E1B"/>
                </a:solidFill>
                <a:latin typeface="Muli"/>
                <a:ea typeface="Muli"/>
                <a:cs typeface="Muli"/>
              </a:defRPr>
            </a:pPr>
            <a:r>
              <a:rPr sz="975" b="1">
                <a:solidFill>
                  <a:srgbClr val="FF9E1B"/>
                </a:solidFill>
                <a:latin typeface="Muli"/>
                <a:ea typeface="Muli"/>
                <a:cs typeface="Muli"/>
              </a:rPr>
              <a:t>PLUGIN</a:t>
            </a:r>
          </a:p>
        </p:txBody>
      </p:sp>
      <p:sp>
        <p:nvSpPr>
          <p:cNvPr id="19" name="process-stage-3">
            <a:extLst xmlns:a="http://schemas.openxmlformats.org/drawingml/2006/main">
              <a:ext uri="{FF2B5EF4-FFF2-40B4-BE49-F238E27FC236}">
                <a16:creationId xmlns:a16="http://schemas.microsoft.com/office/drawing/2014/main" id="{A6FC443C-A88A-415B-8451-C49B550A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43125"/>
            <a:ext cx="1809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20" name="process-stage-accent-3">
            <a:extLst xmlns:a="http://schemas.openxmlformats.org/drawingml/2006/main">
              <a:ext uri="{FF2B5EF4-FFF2-40B4-BE49-F238E27FC236}">
                <a16:creationId xmlns:a16="http://schemas.microsoft.com/office/drawing/2014/main" id="{4A372921-388F-46F7-9836-26B6B32F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43125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A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B0EDE-02FC-4C0C-8BB8-9724A82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09825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575" b="1">
                <a:solidFill>
                  <a:srgbClr val="373A36"/>
                </a:solidFill>
                <a:latin typeface="Muli"/>
                <a:ea typeface="Muli"/>
                <a:cs typeface="Muli"/>
              </a:rPr>
              <a:t>Review the concept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F2B96A-AA7E-49D0-BB78-11021FEA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09925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1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Correct science, emphasis, topology, and payoff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CB8AB-CCE3-413C-9D14-E1C082EC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3053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DBA00"/>
                </a:solidFill>
                <a:latin typeface="Muli"/>
                <a:ea typeface="Muli"/>
                <a:cs typeface="Muli"/>
              </a:defRPr>
            </a:pPr>
            <a:r>
              <a:rPr sz="975" b="1">
                <a:solidFill>
                  <a:srgbClr val="7DBA00"/>
                </a:solidFill>
                <a:latin typeface="Muli"/>
                <a:ea typeface="Muli"/>
                <a:cs typeface="Muli"/>
              </a:rPr>
              <a:t>PROPOSAL TEAM</a:t>
            </a:r>
          </a:p>
        </p:txBody>
      </p:sp>
      <p:sp>
        <p:nvSpPr>
          <p:cNvPr id="24" name="process-stage-4">
            <a:extLst xmlns:a="http://schemas.openxmlformats.org/drawingml/2006/main">
              <a:ext uri="{FF2B5EF4-FFF2-40B4-BE49-F238E27FC236}">
                <a16:creationId xmlns:a16="http://schemas.microsoft.com/office/drawing/2014/main" id="{6C3383C2-9BD5-40AB-A9D4-A1A8766E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43125"/>
            <a:ext cx="1809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8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25" name="process-stage-accent-4">
            <a:extLst xmlns:a="http://schemas.openxmlformats.org/drawingml/2006/main">
              <a:ext uri="{FF2B5EF4-FFF2-40B4-BE49-F238E27FC236}">
                <a16:creationId xmlns:a16="http://schemas.microsoft.com/office/drawing/2014/main" id="{285E1C67-6892-4AF0-AA1A-2C241978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43125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A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63D07-D4F6-4F57-8361-10C84ED4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09825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575" b="1">
                <a:solidFill>
                  <a:srgbClr val="373A36"/>
                </a:solidFill>
                <a:latin typeface="Muli"/>
                <a:ea typeface="Muli"/>
                <a:cs typeface="Muli"/>
              </a:rPr>
              <a:t>Design the final figure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8960CD-B0C2-491F-83D1-DBE80BF3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09925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1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Redraw, hierarchy, labels, accessibility, and brand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0E229E-DECF-4C42-AAB3-AFC63888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3053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06BA6"/>
                </a:solidFill>
                <a:latin typeface="Muli"/>
                <a:ea typeface="Muli"/>
                <a:cs typeface="Muli"/>
              </a:defRPr>
            </a:pPr>
            <a:r>
              <a:rPr sz="975" b="1">
                <a:solidFill>
                  <a:srgbClr val="006BA6"/>
                </a:solidFill>
                <a:latin typeface="Muli"/>
                <a:ea typeface="Muli"/>
                <a:cs typeface="Muli"/>
              </a:rPr>
              <a:t>GRAPHIC DESIGNER</a:t>
            </a:r>
          </a:p>
        </p:txBody>
      </p:sp>
      <p:sp>
        <p:nvSpPr>
          <p:cNvPr id="29" name="process-stage-5">
            <a:extLst xmlns:a="http://schemas.openxmlformats.org/drawingml/2006/main">
              <a:ext uri="{FF2B5EF4-FFF2-40B4-BE49-F238E27FC236}">
                <a16:creationId xmlns:a16="http://schemas.microsoft.com/office/drawing/2014/main" id="{4A93EC34-7817-4CE2-839F-FC87342C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143125"/>
            <a:ext cx="1809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30" name="process-stage-accent-5">
            <a:extLst xmlns:a="http://schemas.openxmlformats.org/drawingml/2006/main">
              <a:ext uri="{FF2B5EF4-FFF2-40B4-BE49-F238E27FC236}">
                <a16:creationId xmlns:a16="http://schemas.microsoft.com/office/drawing/2014/main" id="{467D0B9F-2420-4E9C-9AD2-78C2F4AB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143125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4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06B35E-F912-45CC-B2AE-DBB6EB6B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09825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575" b="1">
                <a:solidFill>
                  <a:srgbClr val="373A36"/>
                </a:solidFill>
                <a:latin typeface="Muli"/>
                <a:ea typeface="Muli"/>
                <a:cs typeface="Muli"/>
              </a:rPr>
              <a:t>Approve and submit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93B762-EC3B-493A-9EF6-14BBE133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209925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1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1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Science, content, classification, accessibility, and brand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EF4C8B-7DF7-4784-A928-D3E23BA9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3053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0454D"/>
                </a:solidFill>
                <a:latin typeface="Muli"/>
                <a:ea typeface="Muli"/>
                <a:cs typeface="Muli"/>
              </a:defRPr>
            </a:pPr>
            <a:r>
              <a:rPr sz="975" b="1">
                <a:solidFill>
                  <a:srgbClr val="00454D"/>
                </a:solidFill>
                <a:latin typeface="Muli"/>
                <a:ea typeface="Muli"/>
                <a:cs typeface="Muli"/>
              </a:rPr>
              <a:t>PROJECT REVIEWS</a:t>
            </a:r>
          </a:p>
        </p:txBody>
      </p:sp>
      <p:sp>
        <p:nvSpPr>
          <p:cNvPr id="34" name="process-boundary">
            <a:extLst xmlns:a="http://schemas.openxmlformats.org/drawingml/2006/main">
              <a:ext uri="{FF2B5EF4-FFF2-40B4-BE49-F238E27FC236}">
                <a16:creationId xmlns:a16="http://schemas.microsoft.com/office/drawing/2014/main" id="{AFD7EEC8-38BF-413C-AA98-BC588243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1104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4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ED888F-44CC-485B-9AEA-ED6C3C02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8BFEBF"/>
                </a:solidFill>
                <a:latin typeface="Muli"/>
                <a:ea typeface="Muli"/>
                <a:cs typeface="Muli"/>
              </a:defRPr>
            </a:pPr>
            <a:r>
              <a:rPr sz="1350" b="1">
                <a:solidFill>
                  <a:srgbClr val="8BFEBF"/>
                </a:solidFill>
                <a:latin typeface="Muli"/>
                <a:ea typeface="Muli"/>
                <a:cs typeface="Muli"/>
              </a:rPr>
              <a:t>Plugin boundary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C94A86-56DB-4A9B-888C-FD90F504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006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5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uli"/>
                <a:ea typeface="Muli"/>
                <a:cs typeface="Muli"/>
              </a:defRPr>
            </a:pPr>
            <a:r>
              <a:rPr sz="1725" b="1">
                <a:solidFill>
                  <a:srgbClr val="FFFFFF"/>
                </a:solidFill>
                <a:latin typeface="Muli"/>
                <a:ea typeface="Muli"/>
                <a:cs typeface="Muli"/>
              </a:rPr>
              <a:t>The workflow ends at a collaboration PNG. Professional design and formal approval continue.</a:t>
            </a:r>
          </a:p>
        </p:txBody>
      </p:sp>
    </p:spTree>
    <p:extLst>
      <p:ext uri="{BB962C8B-B14F-4D97-AF65-F5344CB8AC3E}">
        <p14:creationId xmlns:p14="http://schemas.microsoft.com/office/powerpoint/2010/main" val="5102452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5-header-field">
            <a:extLst xmlns:a="http://schemas.openxmlformats.org/drawingml/2006/main">
              <a:ext uri="{FF2B5EF4-FFF2-40B4-BE49-F238E27FC236}">
                <a16:creationId xmlns:a16="http://schemas.microsoft.com/office/drawing/2014/main" id="{1466C08E-0008-4FAE-9EF8-7984246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4D"/>
          </a:solidFill>
          <a:ln xmlns:a="http://schemas.openxmlformats.org/drawingml/2006/main" w="0">
            <a:noFill/>
          </a:ln>
        </p:spPr>
      </p:sp>
      <p:sp>
        <p:nvSpPr>
          <p:cNvPr id="2" name="draft-tag">
            <a:extLst xmlns:a="http://schemas.openxmlformats.org/drawingml/2006/main">
              <a:ext uri="{FF2B5EF4-FFF2-40B4-BE49-F238E27FC236}">
                <a16:creationId xmlns:a16="http://schemas.microsoft.com/office/drawing/2014/main" id="{8500DE99-480E-4EBD-AD5D-1B92AFE3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8BFEBF"/>
                </a:solidFill>
                <a:latin typeface="Muli"/>
                <a:ea typeface="Muli"/>
                <a:cs typeface="Muli"/>
              </a:defRPr>
            </a:pPr>
            <a:r>
              <a:rPr sz="900" b="1">
                <a:solidFill>
                  <a:srgbClr val="8BFEBF"/>
                </a:solidFill>
                <a:latin typeface="Muli"/>
                <a:ea typeface="Muli"/>
                <a:cs typeface="Muli"/>
              </a:rPr>
              <a:t>DRAFT FOR REVIEW</a:t>
            </a:r>
          </a:p>
        </p:txBody>
      </p:sp>
      <p:sp>
        <p:nvSpPr>
          <p:cNvPr id="3" name="slide-5-kicker">
            <a:extLst xmlns:a="http://schemas.openxmlformats.org/drawingml/2006/main">
              <a:ext uri="{FF2B5EF4-FFF2-40B4-BE49-F238E27FC236}">
                <a16:creationId xmlns:a16="http://schemas.microsoft.com/office/drawing/2014/main" id="{A42AEC49-D0E0-4CE7-9486-3AA4834A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8BFEBF"/>
                </a:solidFill>
                <a:latin typeface="Muli"/>
                <a:ea typeface="Muli"/>
                <a:cs typeface="Muli"/>
              </a:defRPr>
            </a:pPr>
            <a:r>
              <a:rPr sz="1050" b="1">
                <a:solidFill>
                  <a:srgbClr val="8BFEBF"/>
                </a:solidFill>
                <a:latin typeface="Muli"/>
                <a:ea typeface="Muli"/>
                <a:cs typeface="Muli"/>
              </a:rPr>
              <a:t>THE HANDOFF</a:t>
            </a:r>
          </a:p>
        </p:txBody>
      </p:sp>
      <p:sp>
        <p:nvSpPr>
          <p:cNvPr id="4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C4405B37-3D32-4AA1-8891-74EBF2E3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1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Muli"/>
                <a:ea typeface="Muli"/>
                <a:cs typeface="Muli"/>
              </a:defRPr>
            </a:pPr>
            <a:r>
              <a:rPr sz="3150" b="1">
                <a:solidFill>
                  <a:srgbClr val="FFFFFF"/>
                </a:solidFill>
                <a:latin typeface="Muli"/>
                <a:ea typeface="Muli"/>
                <a:cs typeface="Muli"/>
              </a:rPr>
              <a:t>The plugin improves the handoff; the designer still owns the final figure.</a:t>
            </a:r>
          </a:p>
        </p:txBody>
      </p:sp>
      <p:sp>
        <p:nvSpPr>
          <p:cNvPr id="5" name="plugin-brings-zone">
            <a:extLst xmlns:a="http://schemas.openxmlformats.org/drawingml/2006/main">
              <a:ext uri="{FF2B5EF4-FFF2-40B4-BE49-F238E27FC236}">
                <a16:creationId xmlns:a16="http://schemas.microsoft.com/office/drawing/2014/main" id="{B128EB2A-4A6A-47AF-BD96-CCFB39F6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0482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2C"/>
          </a:solidFill>
          <a:ln xmlns:a="http://schemas.openxmlformats.org/drawingml/2006/main" w="9525">
            <a:solidFill>
              <a:srgbClr val="8BFEBF"/>
            </a:solidFill>
            <a:prstDash val="solid"/>
          </a:ln>
        </p:spPr>
      </p:sp>
      <p:sp>
        <p:nvSpPr>
          <p:cNvPr id="6" name="designer-owns-zone">
            <a:extLst xmlns:a="http://schemas.openxmlformats.org/drawingml/2006/main">
              <a:ext uri="{FF2B5EF4-FFF2-40B4-BE49-F238E27FC236}">
                <a16:creationId xmlns:a16="http://schemas.microsoft.com/office/drawing/2014/main" id="{79BAE30B-4858-4284-8FB4-3245079D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4292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BBF01-DEAA-45F5-B46B-6944412E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uli"/>
                <a:ea typeface="Muli"/>
                <a:cs typeface="Muli"/>
              </a:defRPr>
            </a:pPr>
            <a:r>
              <a:rPr sz="1950" b="1">
                <a:solidFill>
                  <a:srgbClr val="FFFFFF"/>
                </a:solidFill>
                <a:latin typeface="Muli"/>
                <a:ea typeface="Muli"/>
                <a:cs typeface="Muli"/>
              </a:rPr>
              <a:t>The plugin brings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41CF4-DC40-4E77-B165-5D7815C4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286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FFFFF"/>
                </a:solidFill>
                <a:latin typeface="Muli"/>
                <a:ea typeface="Muli"/>
                <a:cs typeface="Muli"/>
              </a:defRPr>
            </a:pPr>
            <a:r>
              <a:rPr sz="1425" b="0">
                <a:solidFill>
                  <a:srgbClr val="FFFFFF"/>
                </a:solidFill>
                <a:latin typeface="Muli"/>
                <a:ea typeface="Muli"/>
                <a:cs typeface="Muli"/>
              </a:rPr>
              <a:t>•  A source-backed visual thesis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FFFFF"/>
                </a:solidFill>
                <a:latin typeface="Muli"/>
                <a:ea typeface="Muli"/>
                <a:cs typeface="Muli"/>
              </a:defRPr>
            </a:pPr>
            <a:r>
              <a:rPr sz="1425" b="0">
                <a:solidFill>
                  <a:srgbClr val="FFFFFF"/>
                </a:solidFill>
                <a:latin typeface="Muli"/>
                <a:ea typeface="Muli"/>
                <a:cs typeface="Muli"/>
              </a:rPr>
              <a:t>•  One unedited label-free collaboration 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FFFFF"/>
                </a:solidFill>
                <a:latin typeface="Muli"/>
                <a:ea typeface="Muli"/>
                <a:cs typeface="Muli"/>
              </a:defRPr>
            </a:pPr>
            <a:r>
              <a:rPr sz="1425" b="0">
                <a:solidFill>
                  <a:srgbClr val="FFFFFF"/>
                </a:solidFill>
                <a:latin typeface="Muli"/>
                <a:ea typeface="Muli"/>
                <a:cs typeface="Muli"/>
              </a:rPr>
              <a:t>•  Color roles, caveats, and an evidence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532BD-03DF-48A5-A923-B8127563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4790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662C"/>
                </a:solidFill>
                <a:latin typeface="Muli"/>
                <a:ea typeface="Muli"/>
                <a:cs typeface="Muli"/>
              </a:defRPr>
            </a:pPr>
            <a:r>
              <a:rPr sz="1950" b="1">
                <a:solidFill>
                  <a:srgbClr val="00662C"/>
                </a:solidFill>
                <a:latin typeface="Muli"/>
                <a:ea typeface="Muli"/>
                <a:cs typeface="Muli"/>
              </a:rPr>
              <a:t>The designer owns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38A19-6E81-4E76-AAE2-ABFC190A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4524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4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•  Final visual hierarchy and composition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4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•  Labels, legend, accessibility, and brand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425" b="0">
                <a:solidFill>
                  <a:srgbClr val="373A36"/>
                </a:solidFill>
                <a:latin typeface="Muli"/>
                <a:ea typeface="Muli"/>
                <a:cs typeface="Muli"/>
              </a:rPr>
              <a:t>•  Editable redraw, production quality, and placement</a:t>
            </a:r>
          </a:p>
        </p:txBody>
      </p:sp>
      <p:sp>
        <p:nvSpPr>
          <p:cNvPr id="11" name="slide-5-boundary">
            <a:extLst xmlns:a="http://schemas.openxmlformats.org/drawingml/2006/main">
              <a:ext uri="{FF2B5EF4-FFF2-40B4-BE49-F238E27FC236}">
                <a16:creationId xmlns:a16="http://schemas.microsoft.com/office/drawing/2014/main" id="{C970DB62-72CA-468D-9263-EE657D57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1104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E1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EEE38-CE0F-49D5-AE1A-61B3DF7D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1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73A36"/>
                </a:solidFill>
                <a:latin typeface="Muli"/>
                <a:ea typeface="Muli"/>
                <a:cs typeface="Muli"/>
              </a:defRPr>
            </a:pPr>
            <a:r>
              <a:rPr sz="1575" b="1">
                <a:solidFill>
                  <a:srgbClr val="373A36"/>
                </a:solidFill>
                <a:latin typeface="Muli"/>
                <a:ea typeface="Muli"/>
                <a:cs typeface="Muli"/>
              </a:rPr>
              <a:t>Use it to agree on the story before investing in final art. Do not use it to approve the science or bypass design review.</a:t>
            </a:r>
          </a:p>
        </p:txBody>
      </p:sp>
      <p:sp>
        <p:nvSpPr>
          <p:cNvPr id="13" name="resource-link">
            <a:extLst xmlns:a="http://schemas.openxmlformats.org/drawingml/2006/main">
              <a:ext uri="{FF2B5EF4-FFF2-40B4-BE49-F238E27FC236}">
                <a16:creationId xmlns:a16="http://schemas.microsoft.com/office/drawing/2014/main" id="{BD7B526D-2492-4959-8253-29EE83F0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00454D"/>
                </a:solidFill>
                <a:latin typeface="Muli"/>
                <a:ea typeface="Muli"/>
                <a:cs typeface="Muli"/>
              </a:defRPr>
            </a:pPr>
            <a:r>
              <a:rPr sz="1050" b="0">
                <a:solidFill>
                  <a:srgbClr val="00454D"/>
                </a:solidFill>
                <a:latin typeface="Muli"/>
                <a:ea typeface="Muli"/>
                <a:cs typeface="Muli"/>
              </a:rPr>
              <a:t>https://adammalin.github.io/Team-App-Library/resources/ercp-proposal-figures/</a:t>
            </a:r>
          </a:p>
        </p:txBody>
      </p:sp>
    </p:spTree>
    <p:extLst>
      <p:ext uri="{BB962C8B-B14F-4D97-AF65-F5344CB8AC3E}">
        <p14:creationId xmlns:p14="http://schemas.microsoft.com/office/powerpoint/2010/main" val="1758879253"/>
      </p:ext>
    </p:extLst>
  </p:cSld>
</p:sld>
</file>

<file path=ppt/theme/theme1.xml><?xml version="1.0" encoding="utf-8"?>
<a:theme xmlns:a="http://schemas.openxmlformats.org/drawingml/2006/main" name="ORNL Presentation">
  <a:themeElements>
    <a:clrScheme name="ORNL Color TEST">
      <a:dk1>
        <a:srgbClr val="373A36"/>
      </a:dk1>
      <a:lt1>
        <a:srgbClr val="FFFFFF"/>
      </a:lt1>
      <a:dk2>
        <a:srgbClr val="00662C"/>
      </a:dk2>
      <a:lt2>
        <a:srgbClr val="DBDCDB"/>
      </a:lt2>
      <a:accent1>
        <a:srgbClr val="00454D"/>
      </a:accent1>
      <a:accent2>
        <a:srgbClr val="006BA6"/>
      </a:accent2>
      <a:accent3>
        <a:srgbClr val="00B38F"/>
      </a:accent3>
      <a:accent4>
        <a:srgbClr val="7DBA00"/>
      </a:accent4>
      <a:accent5>
        <a:srgbClr val="FF9E1B"/>
      </a:accent5>
      <a:accent6>
        <a:srgbClr val="B50093"/>
      </a:accent6>
      <a:hlink>
        <a:srgbClr val="00BDB5"/>
      </a:hlink>
      <a:folHlink>
        <a:srgbClr val="00662C"/>
      </a:folHlink>
    </a:clrScheme>
    <a:fontScheme name="aptos only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RNL Color TES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2026-09-11T13:56:40.1740000Z</dcterms:created>
  <dcterms:modified xsi:type="dcterms:W3CDTF">2026-09-11T13:56:40.1740000Z</dcterms:modified>
</coreProperties>
</file>